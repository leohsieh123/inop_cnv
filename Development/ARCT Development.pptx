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charts/chart1.xml" ContentType="application/vnd.openxmlformats-officedocument.drawingml.char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theme/theme2.xml" ContentType="application/vnd.openxmlformats-officedocument.theme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70.xml" ContentType="application/vnd.openxmlformats-officedocument.presentationml.slideLayout+xml"/>
  <Override PartName="/ppt/slideLayouts/slideLayout71.xml" ContentType="application/vnd.openxmlformats-officedocument.presentationml.slideLayout+xml"/>
  <Override PartName="/ppt/slideLayouts/slideLayout72.xml" ContentType="application/vnd.openxmlformats-officedocument.presentationml.slideLayout+xml"/>
  <Override PartName="/ppt/slideLayouts/slideLayout73.xml" ContentType="application/vnd.openxmlformats-officedocument.presentationml.slideLayout+xml"/>
  <Override PartName="/ppt/theme/theme3.xml" ContentType="application/vnd.openxmlformats-officedocument.theme+xml"/>
  <Override PartName="/ppt/slideLayouts/slideLayout74.xml" ContentType="application/vnd.openxmlformats-officedocument.presentationml.slideLayout+xml"/>
  <Override PartName="/ppt/slideLayouts/slideLayout75.xml" ContentType="application/vnd.openxmlformats-officedocument.presentationml.slideLayout+xml"/>
  <Override PartName="/ppt/slideLayouts/slideLayout76.xml" ContentType="application/vnd.openxmlformats-officedocument.presentationml.slideLayout+xml"/>
  <Override PartName="/ppt/slideLayouts/slideLayout77.xml" ContentType="application/vnd.openxmlformats-officedocument.presentationml.slideLayout+xml"/>
  <Override PartName="/ppt/slideLayouts/slideLayout78.xml" ContentType="application/vnd.openxmlformats-officedocument.presentationml.slideLayout+xml"/>
  <Override PartName="/ppt/slideLayouts/slideLayout79.xml" ContentType="application/vnd.openxmlformats-officedocument.presentationml.slideLayout+xml"/>
  <Override PartName="/ppt/slideLayouts/slideLayout80.xml" ContentType="application/vnd.openxmlformats-officedocument.presentationml.slideLayout+xml"/>
  <Override PartName="/ppt/slideLayouts/slideLayout81.xml" ContentType="application/vnd.openxmlformats-officedocument.presentationml.slideLayout+xml"/>
  <Override PartName="/ppt/slideLayouts/slideLayout82.xml" ContentType="application/vnd.openxmlformats-officedocument.presentationml.slideLayout+xml"/>
  <Override PartName="/ppt/slideLayouts/slideLayout83.xml" ContentType="application/vnd.openxmlformats-officedocument.presentationml.slideLayout+xml"/>
  <Override PartName="/ppt/slideLayouts/slideLayout84.xml" ContentType="application/vnd.openxmlformats-officedocument.presentationml.slideLayout+xml"/>
  <Override PartName="/ppt/slideLayouts/slideLayout85.xml" ContentType="application/vnd.openxmlformats-officedocument.presentationml.slideLayout+xml"/>
  <Override PartName="/ppt/slideLayouts/slideLayout86.xml" ContentType="application/vnd.openxmlformats-officedocument.presentationml.slideLayout+xml"/>
  <Override PartName="/ppt/slideLayouts/slideLayout87.xml" ContentType="application/vnd.openxmlformats-officedocument.presentationml.slideLayout+xml"/>
  <Override PartName="/ppt/slideLayouts/slideLayout88.xml" ContentType="application/vnd.openxmlformats-officedocument.presentationml.slideLayout+xml"/>
  <Override PartName="/ppt/slideLayouts/slideLayout89.xml" ContentType="application/vnd.openxmlformats-officedocument.presentationml.slideLayout+xml"/>
  <Override PartName="/ppt/slideLayouts/slideLayout90.xml" ContentType="application/vnd.openxmlformats-officedocument.presentationml.slideLayout+xml"/>
  <Override PartName="/ppt/slideLayouts/slideLayout91.xml" ContentType="application/vnd.openxmlformats-officedocument.presentationml.slideLayout+xml"/>
  <Override PartName="/ppt/slideLayouts/slideLayout92.xml" ContentType="application/vnd.openxmlformats-officedocument.presentationml.slideLayout+xml"/>
  <Override PartName="/ppt/slideLayouts/slideLayout93.xml" ContentType="application/vnd.openxmlformats-officedocument.presentationml.slideLayout+xml"/>
  <Override PartName="/ppt/slideLayouts/slideLayout94.xml" ContentType="application/vnd.openxmlformats-officedocument.presentationml.slideLayout+xml"/>
  <Override PartName="/ppt/slideLayouts/slideLayout95.xml" ContentType="application/vnd.openxmlformats-officedocument.presentationml.slideLayout+xml"/>
  <Override PartName="/ppt/slideLayouts/slideLayout96.xml" ContentType="application/vnd.openxmlformats-officedocument.presentationml.slideLayout+xml"/>
  <Override PartName="/ppt/slideLayouts/slideLayout97.xml" ContentType="application/vnd.openxmlformats-officedocument.presentationml.slideLayout+xml"/>
  <Override PartName="/ppt/slideLayouts/slideLayout98.xml" ContentType="application/vnd.openxmlformats-officedocument.presentationml.slideLayout+xml"/>
  <Override PartName="/ppt/slideLayouts/slideLayout99.xml" ContentType="application/vnd.openxmlformats-officedocument.presentationml.slideLayout+xml"/>
  <Override PartName="/ppt/slideLayouts/slideLayout100.xml" ContentType="application/vnd.openxmlformats-officedocument.presentationml.slideLayout+xml"/>
  <Override PartName="/ppt/slideLayouts/slideLayout101.xml" ContentType="application/vnd.openxmlformats-officedocument.presentationml.slideLayout+xml"/>
  <Override PartName="/ppt/slideLayouts/slideLayout102.xml" ContentType="application/vnd.openxmlformats-officedocument.presentationml.slideLayout+xml"/>
  <Override PartName="/ppt/slideLayouts/slideLayout103.xml" ContentType="application/vnd.openxmlformats-officedocument.presentationml.slideLayout+xml"/>
  <Override PartName="/ppt/slideLayouts/slideLayout104.xml" ContentType="application/vnd.openxmlformats-officedocument.presentationml.slideLayout+xml"/>
  <Override PartName="/ppt/slideLayouts/slideLayout105.xml" ContentType="application/vnd.openxmlformats-officedocument.presentationml.slideLayout+xml"/>
  <Override PartName="/ppt/slideLayouts/slideLayout106.xml" ContentType="application/vnd.openxmlformats-officedocument.presentationml.slideLayout+xml"/>
  <Override PartName="/ppt/theme/theme4.xml" ContentType="application/vnd.openxmlformats-officedocument.theme+xml"/>
  <Override PartName="/ppt/charts/chart2.xml" ContentType="application/vnd.openxmlformats-officedocument.drawingml.chart+xml"/>
  <Override PartName="/ppt/slideLayouts/slideLayout107.xml" ContentType="application/vnd.openxmlformats-officedocument.presentationml.slideLayout+xml"/>
  <Override PartName="/ppt/slideLayouts/slideLayout108.xml" ContentType="application/vnd.openxmlformats-officedocument.presentationml.slideLayout+xml"/>
  <Override PartName="/ppt/slideLayouts/slideLayout109.xml" ContentType="application/vnd.openxmlformats-officedocument.presentationml.slideLayout+xml"/>
  <Override PartName="/ppt/slideLayouts/slideLayout110.xml" ContentType="application/vnd.openxmlformats-officedocument.presentationml.slideLayout+xml"/>
  <Override PartName="/ppt/slideLayouts/slideLayout111.xml" ContentType="application/vnd.openxmlformats-officedocument.presentationml.slideLayout+xml"/>
  <Override PartName="/ppt/slideLayouts/slideLayout112.xml" ContentType="application/vnd.openxmlformats-officedocument.presentationml.slideLayout+xml"/>
  <Override PartName="/ppt/slideLayouts/slideLayout113.xml" ContentType="application/vnd.openxmlformats-officedocument.presentationml.slideLayout+xml"/>
  <Override PartName="/ppt/slideLayouts/slideLayout114.xml" ContentType="application/vnd.openxmlformats-officedocument.presentationml.slideLayout+xml"/>
  <Override PartName="/ppt/slideLayouts/slideLayout115.xml" ContentType="application/vnd.openxmlformats-officedocument.presentationml.slideLayout+xml"/>
  <Override PartName="/ppt/slideLayouts/slideLayout116.xml" ContentType="application/vnd.openxmlformats-officedocument.presentationml.slideLayout+xml"/>
  <Override PartName="/ppt/slideLayouts/slideLayout117.xml" ContentType="application/vnd.openxmlformats-officedocument.presentationml.slideLayout+xml"/>
  <Override PartName="/ppt/slideLayouts/slideLayout118.xml" ContentType="application/vnd.openxmlformats-officedocument.presentationml.slideLayout+xml"/>
  <Override PartName="/ppt/slideLayouts/slideLayout119.xml" ContentType="application/vnd.openxmlformats-officedocument.presentationml.slideLayout+xml"/>
  <Override PartName="/ppt/slideLayouts/slideLayout120.xml" ContentType="application/vnd.openxmlformats-officedocument.presentationml.slideLayout+xml"/>
  <Override PartName="/ppt/slideLayouts/slideLayout121.xml" ContentType="application/vnd.openxmlformats-officedocument.presentationml.slideLayout+xml"/>
  <Override PartName="/ppt/slideLayouts/slideLayout122.xml" ContentType="application/vnd.openxmlformats-officedocument.presentationml.slideLayout+xml"/>
  <Override PartName="/ppt/slideLayouts/slideLayout123.xml" ContentType="application/vnd.openxmlformats-officedocument.presentationml.slideLayout+xml"/>
  <Override PartName="/ppt/slideLayouts/slideLayout124.xml" ContentType="application/vnd.openxmlformats-officedocument.presentationml.slideLayout+xml"/>
  <Override PartName="/ppt/slideLayouts/slideLayout125.xml" ContentType="application/vnd.openxmlformats-officedocument.presentationml.slideLayout+xml"/>
  <Override PartName="/ppt/slideLayouts/slideLayout126.xml" ContentType="application/vnd.openxmlformats-officedocument.presentationml.slideLayout+xml"/>
  <Override PartName="/ppt/slideLayouts/slideLayout127.xml" ContentType="application/vnd.openxmlformats-officedocument.presentationml.slideLayout+xml"/>
  <Override PartName="/ppt/slideLayouts/slideLayout128.xml" ContentType="application/vnd.openxmlformats-officedocument.presentationml.slideLayout+xml"/>
  <Override PartName="/ppt/slideLayouts/slideLayout129.xml" ContentType="application/vnd.openxmlformats-officedocument.presentationml.slideLayout+xml"/>
  <Override PartName="/ppt/slideLayouts/slideLayout130.xml" ContentType="application/vnd.openxmlformats-officedocument.presentationml.slideLayout+xml"/>
  <Override PartName="/ppt/slideLayouts/slideLayout131.xml" ContentType="application/vnd.openxmlformats-officedocument.presentationml.slideLayout+xml"/>
  <Override PartName="/ppt/slideLayouts/slideLayout132.xml" ContentType="application/vnd.openxmlformats-officedocument.presentationml.slideLayout+xml"/>
  <Override PartName="/ppt/slideLayouts/slideLayout133.xml" ContentType="application/vnd.openxmlformats-officedocument.presentationml.slideLayout+xml"/>
  <Override PartName="/ppt/slideLayouts/slideLayout134.xml" ContentType="application/vnd.openxmlformats-officedocument.presentationml.slideLayout+xml"/>
  <Override PartName="/ppt/slideLayouts/slideLayout135.xml" ContentType="application/vnd.openxmlformats-officedocument.presentationml.slideLayout+xml"/>
  <Override PartName="/ppt/slideLayouts/slideLayout136.xml" ContentType="application/vnd.openxmlformats-officedocument.presentationml.slideLayout+xml"/>
  <Override PartName="/ppt/theme/theme5.xml" ContentType="application/vnd.openxmlformats-officedocument.theme+xml"/>
  <Override PartName="/ppt/theme/theme6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  <p:sldMasterId id="2147483692" r:id="rId2"/>
    <p:sldMasterId id="2147483724" r:id="rId3"/>
    <p:sldMasterId id="2147483736" r:id="rId4"/>
    <p:sldMasterId id="2147483770" r:id="rId5"/>
  </p:sldMasterIdLst>
  <p:notesMasterIdLst>
    <p:notesMasterId r:id="rId14"/>
  </p:notesMasterIdLst>
  <p:sldIdLst>
    <p:sldId id="256" r:id="rId6"/>
    <p:sldId id="260" r:id="rId7"/>
    <p:sldId id="264" r:id="rId8"/>
    <p:sldId id="261" r:id="rId9"/>
    <p:sldId id="263" r:id="rId10"/>
    <p:sldId id="262" r:id="rId11"/>
    <p:sldId id="258" r:id="rId12"/>
    <p:sldId id="259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3AD904D-C0F1-45EF-BE21-6CE9CCF7D450}" v="64" dt="2025-11-12T07:20:11.935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115" d="100"/>
          <a:sy n="115" d="100"/>
        </p:scale>
        <p:origin x="2539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3.xml"/><Relationship Id="rId13" Type="http://schemas.openxmlformats.org/officeDocument/2006/relationships/slide" Target="slides/slide8.xml"/><Relationship Id="rId18" Type="http://schemas.openxmlformats.org/officeDocument/2006/relationships/tableStyles" Target="tableStyles.xml"/><Relationship Id="rId3" Type="http://schemas.openxmlformats.org/officeDocument/2006/relationships/slideMaster" Target="slideMasters/slideMaster3.xml"/><Relationship Id="rId7" Type="http://schemas.openxmlformats.org/officeDocument/2006/relationships/slide" Target="slides/slide2.xml"/><Relationship Id="rId12" Type="http://schemas.openxmlformats.org/officeDocument/2006/relationships/slide" Target="slides/slide7.xml"/><Relationship Id="rId17" Type="http://schemas.openxmlformats.org/officeDocument/2006/relationships/theme" Target="theme/theme1.xml"/><Relationship Id="rId2" Type="http://schemas.openxmlformats.org/officeDocument/2006/relationships/slideMaster" Target="slideMasters/slideMaster2.xml"/><Relationship Id="rId16" Type="http://schemas.openxmlformats.org/officeDocument/2006/relationships/viewProps" Target="viewProps.xml"/><Relationship Id="rId20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1.xml"/><Relationship Id="rId11" Type="http://schemas.openxmlformats.org/officeDocument/2006/relationships/slide" Target="slides/slide6.xml"/><Relationship Id="rId5" Type="http://schemas.openxmlformats.org/officeDocument/2006/relationships/slideMaster" Target="slideMasters/slideMaster5.xml"/><Relationship Id="rId15" Type="http://schemas.openxmlformats.org/officeDocument/2006/relationships/presProps" Target="presProps.xml"/><Relationship Id="rId10" Type="http://schemas.openxmlformats.org/officeDocument/2006/relationships/slide" Target="slides/slide5.xml"/><Relationship Id="rId19" Type="http://schemas.microsoft.com/office/2016/11/relationships/changesInfo" Target="changesInfos/changesInfo1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4.xml"/><Relationship Id="rId14" Type="http://schemas.openxmlformats.org/officeDocument/2006/relationships/notesMaster" Target="notesMasters/notesMaster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Li, Chien-cheng" userId="b7c15f25-3c87-4f08-8ede-0ed476286900" providerId="ADAL" clId="{D77C72B6-7625-40D7-BF4C-FC7A17F3C2AE}"/>
    <pc:docChg chg="undo custSel addSld delSld modSld sldOrd">
      <pc:chgData name="Li, Chien-cheng" userId="b7c15f25-3c87-4f08-8ede-0ed476286900" providerId="ADAL" clId="{D77C72B6-7625-40D7-BF4C-FC7A17F3C2AE}" dt="2025-11-12T23:26:36.828" v="1940" actId="20577"/>
      <pc:docMkLst>
        <pc:docMk/>
      </pc:docMkLst>
      <pc:sldChg chg="modSp mod">
        <pc:chgData name="Li, Chien-cheng" userId="b7c15f25-3c87-4f08-8ede-0ed476286900" providerId="ADAL" clId="{D77C72B6-7625-40D7-BF4C-FC7A17F3C2AE}" dt="2025-11-12T23:26:36.828" v="1940" actId="20577"/>
        <pc:sldMkLst>
          <pc:docMk/>
          <pc:sldMk cId="528892372" sldId="256"/>
        </pc:sldMkLst>
        <pc:spChg chg="mod">
          <ac:chgData name="Li, Chien-cheng" userId="b7c15f25-3c87-4f08-8ede-0ed476286900" providerId="ADAL" clId="{D77C72B6-7625-40D7-BF4C-FC7A17F3C2AE}" dt="2025-11-12T23:26:36.828" v="1940" actId="20577"/>
          <ac:spMkLst>
            <pc:docMk/>
            <pc:sldMk cId="528892372" sldId="256"/>
            <ac:spMk id="2" creationId="{1A3AB0F3-560F-297D-A35C-32A77124143A}"/>
          </ac:spMkLst>
        </pc:spChg>
      </pc:sldChg>
      <pc:sldChg chg="add">
        <pc:chgData name="Li, Chien-cheng" userId="b7c15f25-3c87-4f08-8ede-0ed476286900" providerId="ADAL" clId="{D77C72B6-7625-40D7-BF4C-FC7A17F3C2AE}" dt="2025-11-12T07:20:11.893" v="1867"/>
        <pc:sldMkLst>
          <pc:docMk/>
          <pc:sldMk cId="198390104" sldId="260"/>
        </pc:sldMkLst>
      </pc:sldChg>
      <pc:sldChg chg="addSp delSp modSp new del mod">
        <pc:chgData name="Li, Chien-cheng" userId="b7c15f25-3c87-4f08-8ede-0ed476286900" providerId="ADAL" clId="{D77C72B6-7625-40D7-BF4C-FC7A17F3C2AE}" dt="2025-11-12T07:20:10.075" v="1866" actId="2696"/>
        <pc:sldMkLst>
          <pc:docMk/>
          <pc:sldMk cId="2185379450" sldId="260"/>
        </pc:sldMkLst>
        <pc:spChg chg="mod">
          <ac:chgData name="Li, Chien-cheng" userId="b7c15f25-3c87-4f08-8ede-0ed476286900" providerId="ADAL" clId="{D77C72B6-7625-40D7-BF4C-FC7A17F3C2AE}" dt="2025-11-11T05:23:36.789" v="397" actId="20577"/>
          <ac:spMkLst>
            <pc:docMk/>
            <pc:sldMk cId="2185379450" sldId="260"/>
            <ac:spMk id="2" creationId="{4BBE0DF2-AA9D-1FD8-EE6B-2B4F3E6AA91B}"/>
          </ac:spMkLst>
        </pc:spChg>
        <pc:spChg chg="del">
          <ac:chgData name="Li, Chien-cheng" userId="b7c15f25-3c87-4f08-8ede-0ed476286900" providerId="ADAL" clId="{D77C72B6-7625-40D7-BF4C-FC7A17F3C2AE}" dt="2025-11-11T05:04:21.095" v="32" actId="478"/>
          <ac:spMkLst>
            <pc:docMk/>
            <pc:sldMk cId="2185379450" sldId="260"/>
            <ac:spMk id="3" creationId="{6DF4AB5D-49A2-C20B-5877-250CE15C4B5A}"/>
          </ac:spMkLst>
        </pc:spChg>
        <pc:spChg chg="add mod">
          <ac:chgData name="Li, Chien-cheng" userId="b7c15f25-3c87-4f08-8ede-0ed476286900" providerId="ADAL" clId="{D77C72B6-7625-40D7-BF4C-FC7A17F3C2AE}" dt="2025-11-11T05:05:13.928" v="85" actId="20577"/>
          <ac:spMkLst>
            <pc:docMk/>
            <pc:sldMk cId="2185379450" sldId="260"/>
            <ac:spMk id="4" creationId="{42CAA436-EFC7-CBC9-8366-A793126D49C7}"/>
          </ac:spMkLst>
        </pc:spChg>
        <pc:spChg chg="add mod">
          <ac:chgData name="Li, Chien-cheng" userId="b7c15f25-3c87-4f08-8ede-0ed476286900" providerId="ADAL" clId="{D77C72B6-7625-40D7-BF4C-FC7A17F3C2AE}" dt="2025-11-11T05:13:53.500" v="217" actId="1076"/>
          <ac:spMkLst>
            <pc:docMk/>
            <pc:sldMk cId="2185379450" sldId="260"/>
            <ac:spMk id="5" creationId="{784DCF84-7CD3-23C2-AC5D-20C7E1176513}"/>
          </ac:spMkLst>
        </pc:spChg>
        <pc:spChg chg="add mod">
          <ac:chgData name="Li, Chien-cheng" userId="b7c15f25-3c87-4f08-8ede-0ed476286900" providerId="ADAL" clId="{D77C72B6-7625-40D7-BF4C-FC7A17F3C2AE}" dt="2025-11-11T05:13:59.960" v="218" actId="1076"/>
          <ac:spMkLst>
            <pc:docMk/>
            <pc:sldMk cId="2185379450" sldId="260"/>
            <ac:spMk id="6" creationId="{DF637F50-611F-D5D7-E544-DA520DE64FB9}"/>
          </ac:spMkLst>
        </pc:spChg>
        <pc:spChg chg="add mod">
          <ac:chgData name="Li, Chien-cheng" userId="b7c15f25-3c87-4f08-8ede-0ed476286900" providerId="ADAL" clId="{D77C72B6-7625-40D7-BF4C-FC7A17F3C2AE}" dt="2025-11-11T05:17:18.812" v="226" actId="14100"/>
          <ac:spMkLst>
            <pc:docMk/>
            <pc:sldMk cId="2185379450" sldId="260"/>
            <ac:spMk id="7" creationId="{070C6D4E-6A54-1322-2510-06240A5B903B}"/>
          </ac:spMkLst>
        </pc:spChg>
        <pc:spChg chg="add del mod">
          <ac:chgData name="Li, Chien-cheng" userId="b7c15f25-3c87-4f08-8ede-0ed476286900" providerId="ADAL" clId="{D77C72B6-7625-40D7-BF4C-FC7A17F3C2AE}" dt="2025-11-11T05:12:08.534" v="182" actId="478"/>
          <ac:spMkLst>
            <pc:docMk/>
            <pc:sldMk cId="2185379450" sldId="260"/>
            <ac:spMk id="9" creationId="{FAFA8B70-E1AA-C464-1170-2E798E456EFA}"/>
          </ac:spMkLst>
        </pc:spChg>
        <pc:spChg chg="add del mod">
          <ac:chgData name="Li, Chien-cheng" userId="b7c15f25-3c87-4f08-8ede-0ed476286900" providerId="ADAL" clId="{D77C72B6-7625-40D7-BF4C-FC7A17F3C2AE}" dt="2025-11-11T05:12:05.944" v="178" actId="1076"/>
          <ac:spMkLst>
            <pc:docMk/>
            <pc:sldMk cId="2185379450" sldId="260"/>
            <ac:spMk id="10" creationId="{8FF715DE-AE0A-2DF6-3A87-1B272845AAE8}"/>
          </ac:spMkLst>
        </pc:spChg>
        <pc:spChg chg="add del">
          <ac:chgData name="Li, Chien-cheng" userId="b7c15f25-3c87-4f08-8ede-0ed476286900" providerId="ADAL" clId="{D77C72B6-7625-40D7-BF4C-FC7A17F3C2AE}" dt="2025-11-11T05:12:50.489" v="190"/>
          <ac:spMkLst>
            <pc:docMk/>
            <pc:sldMk cId="2185379450" sldId="260"/>
            <ac:spMk id="12" creationId="{E5EE9507-9D70-258B-B05D-746DF1F16D43}"/>
          </ac:spMkLst>
        </pc:spChg>
        <pc:spChg chg="add del">
          <ac:chgData name="Li, Chien-cheng" userId="b7c15f25-3c87-4f08-8ede-0ed476286900" providerId="ADAL" clId="{D77C72B6-7625-40D7-BF4C-FC7A17F3C2AE}" dt="2025-11-11T05:12:51.425" v="194"/>
          <ac:spMkLst>
            <pc:docMk/>
            <pc:sldMk cId="2185379450" sldId="260"/>
            <ac:spMk id="14" creationId="{3CEE523A-F7D6-416E-2B32-E27859CBF1E3}"/>
          </ac:spMkLst>
        </pc:spChg>
        <pc:spChg chg="add mod">
          <ac:chgData name="Li, Chien-cheng" userId="b7c15f25-3c87-4f08-8ede-0ed476286900" providerId="ADAL" clId="{D77C72B6-7625-40D7-BF4C-FC7A17F3C2AE}" dt="2025-11-11T05:21:09.382" v="334"/>
          <ac:spMkLst>
            <pc:docMk/>
            <pc:sldMk cId="2185379450" sldId="260"/>
            <ac:spMk id="16" creationId="{9EF41678-1AFB-22BA-6B5B-A3E12457CAC0}"/>
          </ac:spMkLst>
        </pc:spChg>
        <pc:spChg chg="add del">
          <ac:chgData name="Li, Chien-cheng" userId="b7c15f25-3c87-4f08-8ede-0ed476286900" providerId="ADAL" clId="{D77C72B6-7625-40D7-BF4C-FC7A17F3C2AE}" dt="2025-11-11T05:13:04.137" v="202"/>
          <ac:spMkLst>
            <pc:docMk/>
            <pc:sldMk cId="2185379450" sldId="260"/>
            <ac:spMk id="18" creationId="{E09A92E9-BB4A-25CF-D159-DFF0AC122BEC}"/>
          </ac:spMkLst>
        </pc:spChg>
        <pc:spChg chg="add mod">
          <ac:chgData name="Li, Chien-cheng" userId="b7c15f25-3c87-4f08-8ede-0ed476286900" providerId="ADAL" clId="{D77C72B6-7625-40D7-BF4C-FC7A17F3C2AE}" dt="2025-11-11T05:13:31.346" v="215" actId="1076"/>
          <ac:spMkLst>
            <pc:docMk/>
            <pc:sldMk cId="2185379450" sldId="260"/>
            <ac:spMk id="20" creationId="{E385083D-F8CE-E17F-42AB-0A7AEEEE4B7C}"/>
          </ac:spMkLst>
        </pc:spChg>
        <pc:spChg chg="add mod">
          <ac:chgData name="Li, Chien-cheng" userId="b7c15f25-3c87-4f08-8ede-0ed476286900" providerId="ADAL" clId="{D77C72B6-7625-40D7-BF4C-FC7A17F3C2AE}" dt="2025-11-11T06:07:27.538" v="758" actId="20577"/>
          <ac:spMkLst>
            <pc:docMk/>
            <pc:sldMk cId="2185379450" sldId="260"/>
            <ac:spMk id="21" creationId="{4A5F8480-BA4F-CB9C-ADED-E6E7B12D0D05}"/>
          </ac:spMkLst>
        </pc:spChg>
        <pc:spChg chg="add del">
          <ac:chgData name="Li, Chien-cheng" userId="b7c15f25-3c87-4f08-8ede-0ed476286900" providerId="ADAL" clId="{D77C72B6-7625-40D7-BF4C-FC7A17F3C2AE}" dt="2025-11-11T05:20:23.748" v="330"/>
          <ac:spMkLst>
            <pc:docMk/>
            <pc:sldMk cId="2185379450" sldId="260"/>
            <ac:spMk id="23" creationId="{1922124E-ECB6-311D-3FD6-32CCAAC03D24}"/>
          </ac:spMkLst>
        </pc:spChg>
        <pc:spChg chg="add del">
          <ac:chgData name="Li, Chien-cheng" userId="b7c15f25-3c87-4f08-8ede-0ed476286900" providerId="ADAL" clId="{D77C72B6-7625-40D7-BF4C-FC7A17F3C2AE}" dt="2025-11-11T05:20:26.807" v="332" actId="22"/>
          <ac:spMkLst>
            <pc:docMk/>
            <pc:sldMk cId="2185379450" sldId="260"/>
            <ac:spMk id="25" creationId="{D467DFA9-0988-994B-E856-B486F16BF834}"/>
          </ac:spMkLst>
        </pc:spChg>
        <pc:spChg chg="add del">
          <ac:chgData name="Li, Chien-cheng" userId="b7c15f25-3c87-4f08-8ede-0ed476286900" providerId="ADAL" clId="{D77C72B6-7625-40D7-BF4C-FC7A17F3C2AE}" dt="2025-11-11T05:21:11.341" v="338"/>
          <ac:spMkLst>
            <pc:docMk/>
            <pc:sldMk cId="2185379450" sldId="260"/>
            <ac:spMk id="27" creationId="{8DB1D79C-FEBC-AD45-6808-D806B34EEF92}"/>
          </ac:spMkLst>
        </pc:spChg>
        <pc:spChg chg="add del mod">
          <ac:chgData name="Li, Chien-cheng" userId="b7c15f25-3c87-4f08-8ede-0ed476286900" providerId="ADAL" clId="{D77C72B6-7625-40D7-BF4C-FC7A17F3C2AE}" dt="2025-11-11T05:22:01.624" v="354" actId="478"/>
          <ac:spMkLst>
            <pc:docMk/>
            <pc:sldMk cId="2185379450" sldId="260"/>
            <ac:spMk id="29" creationId="{038DEF49-F69B-FA50-9465-4C503CBA7450}"/>
          </ac:spMkLst>
        </pc:spChg>
        <pc:picChg chg="add mod">
          <ac:chgData name="Li, Chien-cheng" userId="b7c15f25-3c87-4f08-8ede-0ed476286900" providerId="ADAL" clId="{D77C72B6-7625-40D7-BF4C-FC7A17F3C2AE}" dt="2025-11-11T05:22:17.700" v="360" actId="1076"/>
          <ac:picMkLst>
            <pc:docMk/>
            <pc:sldMk cId="2185379450" sldId="260"/>
            <ac:picMk id="30" creationId="{58F6D129-49D9-CEC2-7FCC-EF14F0EB0363}"/>
          </ac:picMkLst>
        </pc:picChg>
        <pc:picChg chg="add mod">
          <ac:chgData name="Li, Chien-cheng" userId="b7c15f25-3c87-4f08-8ede-0ed476286900" providerId="ADAL" clId="{D77C72B6-7625-40D7-BF4C-FC7A17F3C2AE}" dt="2025-11-11T05:23:08.370" v="363" actId="14100"/>
          <ac:picMkLst>
            <pc:docMk/>
            <pc:sldMk cId="2185379450" sldId="260"/>
            <ac:picMk id="31" creationId="{EECE8100-381B-3FAA-42AE-A85CE2F8565F}"/>
          </ac:picMkLst>
        </pc:picChg>
      </pc:sldChg>
      <pc:sldChg chg="add">
        <pc:chgData name="Li, Chien-cheng" userId="b7c15f25-3c87-4f08-8ede-0ed476286900" providerId="ADAL" clId="{D77C72B6-7625-40D7-BF4C-FC7A17F3C2AE}" dt="2025-11-12T07:20:11.893" v="1867"/>
        <pc:sldMkLst>
          <pc:docMk/>
          <pc:sldMk cId="3418391160" sldId="261"/>
        </pc:sldMkLst>
      </pc:sldChg>
      <pc:sldChg chg="addSp delSp modSp new del mod">
        <pc:chgData name="Li, Chien-cheng" userId="b7c15f25-3c87-4f08-8ede-0ed476286900" providerId="ADAL" clId="{D77C72B6-7625-40D7-BF4C-FC7A17F3C2AE}" dt="2025-11-12T07:20:10.075" v="1866" actId="2696"/>
        <pc:sldMkLst>
          <pc:docMk/>
          <pc:sldMk cId="3917368708" sldId="261"/>
        </pc:sldMkLst>
        <pc:spChg chg="mod">
          <ac:chgData name="Li, Chien-cheng" userId="b7c15f25-3c87-4f08-8ede-0ed476286900" providerId="ADAL" clId="{D77C72B6-7625-40D7-BF4C-FC7A17F3C2AE}" dt="2025-11-11T08:45:45.281" v="1393" actId="20577"/>
          <ac:spMkLst>
            <pc:docMk/>
            <pc:sldMk cId="3917368708" sldId="261"/>
            <ac:spMk id="2" creationId="{FBCDDCE9-333B-3388-0A63-A1D31CE3DB7B}"/>
          </ac:spMkLst>
        </pc:spChg>
        <pc:spChg chg="add del mod">
          <ac:chgData name="Li, Chien-cheng" userId="b7c15f25-3c87-4f08-8ede-0ed476286900" providerId="ADAL" clId="{D77C72B6-7625-40D7-BF4C-FC7A17F3C2AE}" dt="2025-11-11T05:35:07.713" v="686" actId="478"/>
          <ac:spMkLst>
            <pc:docMk/>
            <pc:sldMk cId="3917368708" sldId="261"/>
            <ac:spMk id="3" creationId="{97C21E5D-6501-6849-0695-04409A0B3FF5}"/>
          </ac:spMkLst>
        </pc:spChg>
        <pc:spChg chg="add">
          <ac:chgData name="Li, Chien-cheng" userId="b7c15f25-3c87-4f08-8ede-0ed476286900" providerId="ADAL" clId="{D77C72B6-7625-40D7-BF4C-FC7A17F3C2AE}" dt="2025-11-11T05:26:44.220" v="561" actId="11529"/>
          <ac:spMkLst>
            <pc:docMk/>
            <pc:sldMk cId="3917368708" sldId="261"/>
            <ac:spMk id="4" creationId="{FA9D85F3-2C9E-DABE-9985-401D1DAD0AD9}"/>
          </ac:spMkLst>
        </pc:spChg>
        <pc:spChg chg="add mod">
          <ac:chgData name="Li, Chien-cheng" userId="b7c15f25-3c87-4f08-8ede-0ed476286900" providerId="ADAL" clId="{D77C72B6-7625-40D7-BF4C-FC7A17F3C2AE}" dt="2025-11-11T05:26:47.348" v="563" actId="1076"/>
          <ac:spMkLst>
            <pc:docMk/>
            <pc:sldMk cId="3917368708" sldId="261"/>
            <ac:spMk id="5" creationId="{9996D1A5-29BE-DD98-17F9-7B1EC0BFE220}"/>
          </ac:spMkLst>
        </pc:spChg>
        <pc:spChg chg="add mod">
          <ac:chgData name="Li, Chien-cheng" userId="b7c15f25-3c87-4f08-8ede-0ed476286900" providerId="ADAL" clId="{D77C72B6-7625-40D7-BF4C-FC7A17F3C2AE}" dt="2025-11-11T05:32:50.262" v="626" actId="20577"/>
          <ac:spMkLst>
            <pc:docMk/>
            <pc:sldMk cId="3917368708" sldId="261"/>
            <ac:spMk id="6" creationId="{A11C154E-1918-8FD1-EDB4-F43F1F27E99B}"/>
          </ac:spMkLst>
        </pc:spChg>
        <pc:spChg chg="add mod">
          <ac:chgData name="Li, Chien-cheng" userId="b7c15f25-3c87-4f08-8ede-0ed476286900" providerId="ADAL" clId="{D77C72B6-7625-40D7-BF4C-FC7A17F3C2AE}" dt="2025-11-11T05:27:38.048" v="583" actId="255"/>
          <ac:spMkLst>
            <pc:docMk/>
            <pc:sldMk cId="3917368708" sldId="261"/>
            <ac:spMk id="7" creationId="{33751BDC-DBFA-215E-C782-078687F0D002}"/>
          </ac:spMkLst>
        </pc:spChg>
        <pc:spChg chg="add mod">
          <ac:chgData name="Li, Chien-cheng" userId="b7c15f25-3c87-4f08-8ede-0ed476286900" providerId="ADAL" clId="{D77C72B6-7625-40D7-BF4C-FC7A17F3C2AE}" dt="2025-11-12T05:39:34.453" v="1783" actId="20577"/>
          <ac:spMkLst>
            <pc:docMk/>
            <pc:sldMk cId="3917368708" sldId="261"/>
            <ac:spMk id="8" creationId="{723D4536-44CA-7985-1828-B43471E2029B}"/>
          </ac:spMkLst>
        </pc:spChg>
        <pc:spChg chg="add mod">
          <ac:chgData name="Li, Chien-cheng" userId="b7c15f25-3c87-4f08-8ede-0ed476286900" providerId="ADAL" clId="{D77C72B6-7625-40D7-BF4C-FC7A17F3C2AE}" dt="2025-11-12T05:39:47.692" v="1794" actId="20577"/>
          <ac:spMkLst>
            <pc:docMk/>
            <pc:sldMk cId="3917368708" sldId="261"/>
            <ac:spMk id="9" creationId="{8721AEC8-9C6D-CD94-82C8-AB6ED1F8A0A4}"/>
          </ac:spMkLst>
        </pc:spChg>
        <pc:spChg chg="add mod">
          <ac:chgData name="Li, Chien-cheng" userId="b7c15f25-3c87-4f08-8ede-0ed476286900" providerId="ADAL" clId="{D77C72B6-7625-40D7-BF4C-FC7A17F3C2AE}" dt="2025-11-12T05:39:39.464" v="1788" actId="20577"/>
          <ac:spMkLst>
            <pc:docMk/>
            <pc:sldMk cId="3917368708" sldId="261"/>
            <ac:spMk id="10" creationId="{2F52E9E9-A531-6EB9-C454-1B7A49B9BC21}"/>
          </ac:spMkLst>
        </pc:spChg>
        <pc:spChg chg="add mod">
          <ac:chgData name="Li, Chien-cheng" userId="b7c15f25-3c87-4f08-8ede-0ed476286900" providerId="ADAL" clId="{D77C72B6-7625-40D7-BF4C-FC7A17F3C2AE}" dt="2025-11-12T05:39:52.042" v="1798" actId="20577"/>
          <ac:spMkLst>
            <pc:docMk/>
            <pc:sldMk cId="3917368708" sldId="261"/>
            <ac:spMk id="11" creationId="{4901A152-C331-97FB-3C60-ADC5909AD4EB}"/>
          </ac:spMkLst>
        </pc:spChg>
        <pc:spChg chg="add mod">
          <ac:chgData name="Li, Chien-cheng" userId="b7c15f25-3c87-4f08-8ede-0ed476286900" providerId="ADAL" clId="{D77C72B6-7625-40D7-BF4C-FC7A17F3C2AE}" dt="2025-11-12T05:39:42.849" v="1790" actId="20577"/>
          <ac:spMkLst>
            <pc:docMk/>
            <pc:sldMk cId="3917368708" sldId="261"/>
            <ac:spMk id="12" creationId="{618F44BE-CC3C-15CF-40C4-AD4C2F07C862}"/>
          </ac:spMkLst>
        </pc:spChg>
        <pc:spChg chg="add mod">
          <ac:chgData name="Li, Chien-cheng" userId="b7c15f25-3c87-4f08-8ede-0ed476286900" providerId="ADAL" clId="{D77C72B6-7625-40D7-BF4C-FC7A17F3C2AE}" dt="2025-11-11T05:27:49.490" v="589" actId="20577"/>
          <ac:spMkLst>
            <pc:docMk/>
            <pc:sldMk cId="3917368708" sldId="261"/>
            <ac:spMk id="13" creationId="{E40B919A-A503-ECB9-6846-700BD0B0C15B}"/>
          </ac:spMkLst>
        </pc:spChg>
        <pc:spChg chg="add mod">
          <ac:chgData name="Li, Chien-cheng" userId="b7c15f25-3c87-4f08-8ede-0ed476286900" providerId="ADAL" clId="{D77C72B6-7625-40D7-BF4C-FC7A17F3C2AE}" dt="2025-11-11T05:32:00.999" v="601" actId="1076"/>
          <ac:spMkLst>
            <pc:docMk/>
            <pc:sldMk cId="3917368708" sldId="261"/>
            <ac:spMk id="14" creationId="{F3E67A23-E5C5-02AD-D2F6-6F0E4610A203}"/>
          </ac:spMkLst>
        </pc:spChg>
        <pc:spChg chg="add mod">
          <ac:chgData name="Li, Chien-cheng" userId="b7c15f25-3c87-4f08-8ede-0ed476286900" providerId="ADAL" clId="{D77C72B6-7625-40D7-BF4C-FC7A17F3C2AE}" dt="2025-11-11T05:32:08.280" v="611" actId="20577"/>
          <ac:spMkLst>
            <pc:docMk/>
            <pc:sldMk cId="3917368708" sldId="261"/>
            <ac:spMk id="15" creationId="{0EEB7AD8-0508-B9E3-9454-7E4C4A6B2B40}"/>
          </ac:spMkLst>
        </pc:spChg>
        <pc:spChg chg="add mod">
          <ac:chgData name="Li, Chien-cheng" userId="b7c15f25-3c87-4f08-8ede-0ed476286900" providerId="ADAL" clId="{D77C72B6-7625-40D7-BF4C-FC7A17F3C2AE}" dt="2025-11-11T05:32:30.135" v="614" actId="207"/>
          <ac:spMkLst>
            <pc:docMk/>
            <pc:sldMk cId="3917368708" sldId="261"/>
            <ac:spMk id="16" creationId="{518E4EC6-8271-8906-1B58-2CA052CEC8B9}"/>
          </ac:spMkLst>
        </pc:spChg>
        <pc:spChg chg="add mod">
          <ac:chgData name="Li, Chien-cheng" userId="b7c15f25-3c87-4f08-8ede-0ed476286900" providerId="ADAL" clId="{D77C72B6-7625-40D7-BF4C-FC7A17F3C2AE}" dt="2025-11-11T05:32:33.043" v="616" actId="1076"/>
          <ac:spMkLst>
            <pc:docMk/>
            <pc:sldMk cId="3917368708" sldId="261"/>
            <ac:spMk id="17" creationId="{97CB8C2B-B115-1A67-104B-F885286AB7D0}"/>
          </ac:spMkLst>
        </pc:spChg>
        <pc:spChg chg="add mod">
          <ac:chgData name="Li, Chien-cheng" userId="b7c15f25-3c87-4f08-8ede-0ed476286900" providerId="ADAL" clId="{D77C72B6-7625-40D7-BF4C-FC7A17F3C2AE}" dt="2025-11-12T05:39:25.820" v="1776" actId="1076"/>
          <ac:spMkLst>
            <pc:docMk/>
            <pc:sldMk cId="3917368708" sldId="261"/>
            <ac:spMk id="18" creationId="{E00B4228-CF09-F6B8-A08E-436A27C4CBA4}"/>
          </ac:spMkLst>
        </pc:spChg>
        <pc:spChg chg="add mod">
          <ac:chgData name="Li, Chien-cheng" userId="b7c15f25-3c87-4f08-8ede-0ed476286900" providerId="ADAL" clId="{D77C72B6-7625-40D7-BF4C-FC7A17F3C2AE}" dt="2025-11-12T05:50:19.617" v="1857" actId="20577"/>
          <ac:spMkLst>
            <pc:docMk/>
            <pc:sldMk cId="3917368708" sldId="261"/>
            <ac:spMk id="20" creationId="{23B20CB0-2408-D51B-4D9E-620888679789}"/>
          </ac:spMkLst>
        </pc:spChg>
        <pc:spChg chg="add mod">
          <ac:chgData name="Li, Chien-cheng" userId="b7c15f25-3c87-4f08-8ede-0ed476286900" providerId="ADAL" clId="{D77C72B6-7625-40D7-BF4C-FC7A17F3C2AE}" dt="2025-11-12T05:50:13.077" v="1849" actId="20577"/>
          <ac:spMkLst>
            <pc:docMk/>
            <pc:sldMk cId="3917368708" sldId="261"/>
            <ac:spMk id="22" creationId="{D4DC6414-CE04-4544-2820-F8C7E3BFE689}"/>
          </ac:spMkLst>
        </pc:spChg>
        <pc:spChg chg="add mod">
          <ac:chgData name="Li, Chien-cheng" userId="b7c15f25-3c87-4f08-8ede-0ed476286900" providerId="ADAL" clId="{D77C72B6-7625-40D7-BF4C-FC7A17F3C2AE}" dt="2025-11-11T05:34:48.754" v="679" actId="14100"/>
          <ac:spMkLst>
            <pc:docMk/>
            <pc:sldMk cId="3917368708" sldId="261"/>
            <ac:spMk id="23" creationId="{10C36680-6DF8-6F3D-E498-0DE1F6697A0B}"/>
          </ac:spMkLst>
        </pc:spChg>
        <pc:spChg chg="add mod">
          <ac:chgData name="Li, Chien-cheng" userId="b7c15f25-3c87-4f08-8ede-0ed476286900" providerId="ADAL" clId="{D77C72B6-7625-40D7-BF4C-FC7A17F3C2AE}" dt="2025-11-11T05:34:07.503" v="666" actId="1076"/>
          <ac:spMkLst>
            <pc:docMk/>
            <pc:sldMk cId="3917368708" sldId="261"/>
            <ac:spMk id="24" creationId="{1D325533-CBE2-5245-5940-F3EF8A35F256}"/>
          </ac:spMkLst>
        </pc:spChg>
        <pc:spChg chg="add mod">
          <ac:chgData name="Li, Chien-cheng" userId="b7c15f25-3c87-4f08-8ede-0ed476286900" providerId="ADAL" clId="{D77C72B6-7625-40D7-BF4C-FC7A17F3C2AE}" dt="2025-11-11T05:34:07.503" v="666" actId="1076"/>
          <ac:spMkLst>
            <pc:docMk/>
            <pc:sldMk cId="3917368708" sldId="261"/>
            <ac:spMk id="25" creationId="{4407F5A5-1EA3-CC39-9FF5-1BFE15F9940A}"/>
          </ac:spMkLst>
        </pc:spChg>
        <pc:spChg chg="add mod">
          <ac:chgData name="Li, Chien-cheng" userId="b7c15f25-3c87-4f08-8ede-0ed476286900" providerId="ADAL" clId="{D77C72B6-7625-40D7-BF4C-FC7A17F3C2AE}" dt="2025-11-11T05:35:19.644" v="690" actId="1076"/>
          <ac:spMkLst>
            <pc:docMk/>
            <pc:sldMk cId="3917368708" sldId="261"/>
            <ac:spMk id="26" creationId="{7D46D60F-0452-7189-AE2C-2E573D6F70ED}"/>
          </ac:spMkLst>
        </pc:spChg>
        <pc:spChg chg="add mod">
          <ac:chgData name="Li, Chien-cheng" userId="b7c15f25-3c87-4f08-8ede-0ed476286900" providerId="ADAL" clId="{D77C72B6-7625-40D7-BF4C-FC7A17F3C2AE}" dt="2025-11-11T05:35:22.341" v="692" actId="20577"/>
          <ac:spMkLst>
            <pc:docMk/>
            <pc:sldMk cId="3917368708" sldId="261"/>
            <ac:spMk id="27" creationId="{6572DF4E-DC54-7603-2DFE-BDF62701DB96}"/>
          </ac:spMkLst>
        </pc:spChg>
        <pc:spChg chg="add mod">
          <ac:chgData name="Li, Chien-cheng" userId="b7c15f25-3c87-4f08-8ede-0ed476286900" providerId="ADAL" clId="{D77C72B6-7625-40D7-BF4C-FC7A17F3C2AE}" dt="2025-11-11T05:34:07.503" v="666" actId="1076"/>
          <ac:spMkLst>
            <pc:docMk/>
            <pc:sldMk cId="3917368708" sldId="261"/>
            <ac:spMk id="28" creationId="{12A75C69-57CF-48A7-022B-470A63CB6912}"/>
          </ac:spMkLst>
        </pc:spChg>
        <pc:spChg chg="add mod">
          <ac:chgData name="Li, Chien-cheng" userId="b7c15f25-3c87-4f08-8ede-0ed476286900" providerId="ADAL" clId="{D77C72B6-7625-40D7-BF4C-FC7A17F3C2AE}" dt="2025-11-12T05:39:28.555" v="1778" actId="1076"/>
          <ac:spMkLst>
            <pc:docMk/>
            <pc:sldMk cId="3917368708" sldId="261"/>
            <ac:spMk id="29" creationId="{3D82DC87-7BB2-79D7-4C1A-0EB5B400B4A1}"/>
          </ac:spMkLst>
        </pc:spChg>
        <pc:spChg chg="add mod">
          <ac:chgData name="Li, Chien-cheng" userId="b7c15f25-3c87-4f08-8ede-0ed476286900" providerId="ADAL" clId="{D77C72B6-7625-40D7-BF4C-FC7A17F3C2AE}" dt="2025-11-11T05:34:29.643" v="671" actId="1076"/>
          <ac:spMkLst>
            <pc:docMk/>
            <pc:sldMk cId="3917368708" sldId="261"/>
            <ac:spMk id="30" creationId="{D24A04F1-5C2D-0031-9A9A-79614A9365D1}"/>
          </ac:spMkLst>
        </pc:spChg>
        <pc:spChg chg="add mod">
          <ac:chgData name="Li, Chien-cheng" userId="b7c15f25-3c87-4f08-8ede-0ed476286900" providerId="ADAL" clId="{D77C72B6-7625-40D7-BF4C-FC7A17F3C2AE}" dt="2025-11-11T05:34:29.643" v="671" actId="1076"/>
          <ac:spMkLst>
            <pc:docMk/>
            <pc:sldMk cId="3917368708" sldId="261"/>
            <ac:spMk id="31" creationId="{CD9AD07C-F5B7-0EDB-FF75-2A241B798B13}"/>
          </ac:spMkLst>
        </pc:spChg>
        <pc:spChg chg="add mod">
          <ac:chgData name="Li, Chien-cheng" userId="b7c15f25-3c87-4f08-8ede-0ed476286900" providerId="ADAL" clId="{D77C72B6-7625-40D7-BF4C-FC7A17F3C2AE}" dt="2025-11-11T05:34:29.643" v="671" actId="1076"/>
          <ac:spMkLst>
            <pc:docMk/>
            <pc:sldMk cId="3917368708" sldId="261"/>
            <ac:spMk id="32" creationId="{3CCDE202-5D63-9F87-B3F7-D39F8CC1D5BD}"/>
          </ac:spMkLst>
        </pc:spChg>
        <pc:spChg chg="add mod">
          <ac:chgData name="Li, Chien-cheng" userId="b7c15f25-3c87-4f08-8ede-0ed476286900" providerId="ADAL" clId="{D77C72B6-7625-40D7-BF4C-FC7A17F3C2AE}" dt="2025-11-11T05:34:29.643" v="671" actId="1076"/>
          <ac:spMkLst>
            <pc:docMk/>
            <pc:sldMk cId="3917368708" sldId="261"/>
            <ac:spMk id="33" creationId="{52935B0F-931F-193D-F764-29E08933A21A}"/>
          </ac:spMkLst>
        </pc:spChg>
        <pc:spChg chg="add mod">
          <ac:chgData name="Li, Chien-cheng" userId="b7c15f25-3c87-4f08-8ede-0ed476286900" providerId="ADAL" clId="{D77C72B6-7625-40D7-BF4C-FC7A17F3C2AE}" dt="2025-11-12T05:55:37.654" v="1862" actId="20577"/>
          <ac:spMkLst>
            <pc:docMk/>
            <pc:sldMk cId="3917368708" sldId="261"/>
            <ac:spMk id="34" creationId="{36424240-B907-1B46-DDC9-464A59E365B2}"/>
          </ac:spMkLst>
        </pc:spChg>
        <pc:spChg chg="add mod">
          <ac:chgData name="Li, Chien-cheng" userId="b7c15f25-3c87-4f08-8ede-0ed476286900" providerId="ADAL" clId="{D77C72B6-7625-40D7-BF4C-FC7A17F3C2AE}" dt="2025-11-11T05:34:29.643" v="671" actId="1076"/>
          <ac:spMkLst>
            <pc:docMk/>
            <pc:sldMk cId="3917368708" sldId="261"/>
            <ac:spMk id="35" creationId="{526D7349-A095-3381-86D7-C599DDF893FF}"/>
          </ac:spMkLst>
        </pc:spChg>
        <pc:spChg chg="add mod ord">
          <ac:chgData name="Li, Chien-cheng" userId="b7c15f25-3c87-4f08-8ede-0ed476286900" providerId="ADAL" clId="{D77C72B6-7625-40D7-BF4C-FC7A17F3C2AE}" dt="2025-11-11T05:35:20.860" v="691" actId="1076"/>
          <ac:spMkLst>
            <pc:docMk/>
            <pc:sldMk cId="3917368708" sldId="261"/>
            <ac:spMk id="36" creationId="{7361E32D-3321-6DD1-4B34-144C47501C99}"/>
          </ac:spMkLst>
        </pc:spChg>
        <pc:spChg chg="add del mod">
          <ac:chgData name="Li, Chien-cheng" userId="b7c15f25-3c87-4f08-8ede-0ed476286900" providerId="ADAL" clId="{D77C72B6-7625-40D7-BF4C-FC7A17F3C2AE}" dt="2025-11-11T05:35:07.713" v="686" actId="478"/>
          <ac:spMkLst>
            <pc:docMk/>
            <pc:sldMk cId="3917368708" sldId="261"/>
            <ac:spMk id="38" creationId="{9DC48BBA-C07E-1736-BAE8-E37405DFD0D1}"/>
          </ac:spMkLst>
        </pc:spChg>
        <pc:spChg chg="add mod">
          <ac:chgData name="Li, Chien-cheng" userId="b7c15f25-3c87-4f08-8ede-0ed476286900" providerId="ADAL" clId="{D77C72B6-7625-40D7-BF4C-FC7A17F3C2AE}" dt="2025-11-11T05:37:05.485" v="715" actId="1076"/>
          <ac:spMkLst>
            <pc:docMk/>
            <pc:sldMk cId="3917368708" sldId="261"/>
            <ac:spMk id="39" creationId="{2CE5FD20-738A-A389-CC54-1363DDE7FFE6}"/>
          </ac:spMkLst>
        </pc:spChg>
        <pc:spChg chg="add mod">
          <ac:chgData name="Li, Chien-cheng" userId="b7c15f25-3c87-4f08-8ede-0ed476286900" providerId="ADAL" clId="{D77C72B6-7625-40D7-BF4C-FC7A17F3C2AE}" dt="2025-11-11T05:37:16.983" v="717" actId="1076"/>
          <ac:spMkLst>
            <pc:docMk/>
            <pc:sldMk cId="3917368708" sldId="261"/>
            <ac:spMk id="40" creationId="{799615A5-2A43-6124-3492-9657E7210662}"/>
          </ac:spMkLst>
        </pc:spChg>
        <pc:spChg chg="add mod">
          <ac:chgData name="Li, Chien-cheng" userId="b7c15f25-3c87-4f08-8ede-0ed476286900" providerId="ADAL" clId="{D77C72B6-7625-40D7-BF4C-FC7A17F3C2AE}" dt="2025-11-11T05:37:16.983" v="717" actId="1076"/>
          <ac:spMkLst>
            <pc:docMk/>
            <pc:sldMk cId="3917368708" sldId="261"/>
            <ac:spMk id="41" creationId="{7B7453DF-AF2D-E374-1FE1-FE8286BD8981}"/>
          </ac:spMkLst>
        </pc:spChg>
        <pc:spChg chg="add del mod">
          <ac:chgData name="Li, Chien-cheng" userId="b7c15f25-3c87-4f08-8ede-0ed476286900" providerId="ADAL" clId="{D77C72B6-7625-40D7-BF4C-FC7A17F3C2AE}" dt="2025-11-12T05:55:31.411" v="1860" actId="478"/>
          <ac:spMkLst>
            <pc:docMk/>
            <pc:sldMk cId="3917368708" sldId="261"/>
            <ac:spMk id="43" creationId="{8C9489F8-6BED-0C44-6C1D-B64C2B8B2CD0}"/>
          </ac:spMkLst>
        </pc:spChg>
        <pc:cxnChg chg="add mod">
          <ac:chgData name="Li, Chien-cheng" userId="b7c15f25-3c87-4f08-8ede-0ed476286900" providerId="ADAL" clId="{D77C72B6-7625-40D7-BF4C-FC7A17F3C2AE}" dt="2025-11-12T05:55:23.791" v="1858" actId="14100"/>
          <ac:cxnSpMkLst>
            <pc:docMk/>
            <pc:sldMk cId="3917368708" sldId="261"/>
            <ac:cxnSpMk id="19" creationId="{31B3E144-3A8D-501F-3B78-84D966C2EABC}"/>
          </ac:cxnSpMkLst>
        </pc:cxnChg>
        <pc:cxnChg chg="add mod">
          <ac:chgData name="Li, Chien-cheng" userId="b7c15f25-3c87-4f08-8ede-0ed476286900" providerId="ADAL" clId="{D77C72B6-7625-40D7-BF4C-FC7A17F3C2AE}" dt="2025-11-12T05:55:26.355" v="1859" actId="14100"/>
          <ac:cxnSpMkLst>
            <pc:docMk/>
            <pc:sldMk cId="3917368708" sldId="261"/>
            <ac:cxnSpMk id="21" creationId="{6DD41889-9E13-127B-C3AA-92EEA66257E4}"/>
          </ac:cxnSpMkLst>
        </pc:cxnChg>
        <pc:cxnChg chg="add del mod">
          <ac:chgData name="Li, Chien-cheng" userId="b7c15f25-3c87-4f08-8ede-0ed476286900" providerId="ADAL" clId="{D77C72B6-7625-40D7-BF4C-FC7A17F3C2AE}" dt="2025-11-11T05:34:12.029" v="667" actId="478"/>
          <ac:cxnSpMkLst>
            <pc:docMk/>
            <pc:sldMk cId="3917368708" sldId="261"/>
            <ac:cxnSpMk id="29" creationId="{12D62EED-E885-FFDE-B597-5E3C093690A6}"/>
          </ac:cxnSpMkLst>
        </pc:cxnChg>
        <pc:cxnChg chg="add mod">
          <ac:chgData name="Li, Chien-cheng" userId="b7c15f25-3c87-4f08-8ede-0ed476286900" providerId="ADAL" clId="{D77C72B6-7625-40D7-BF4C-FC7A17F3C2AE}" dt="2025-11-11T05:37:22.339" v="719" actId="1076"/>
          <ac:cxnSpMkLst>
            <pc:docMk/>
            <pc:sldMk cId="3917368708" sldId="261"/>
            <ac:cxnSpMk id="42" creationId="{FC4FB344-4BBB-95DC-88CB-1FC4D22418B7}"/>
          </ac:cxnSpMkLst>
        </pc:cxnChg>
      </pc:sldChg>
      <pc:sldChg chg="addSp delSp modSp new mod ord">
        <pc:chgData name="Li, Chien-cheng" userId="b7c15f25-3c87-4f08-8ede-0ed476286900" providerId="ADAL" clId="{D77C72B6-7625-40D7-BF4C-FC7A17F3C2AE}" dt="2025-11-11T06:30:57.612" v="1311" actId="20577"/>
        <pc:sldMkLst>
          <pc:docMk/>
          <pc:sldMk cId="2830781152" sldId="262"/>
        </pc:sldMkLst>
        <pc:spChg chg="mod">
          <ac:chgData name="Li, Chien-cheng" userId="b7c15f25-3c87-4f08-8ede-0ed476286900" providerId="ADAL" clId="{D77C72B6-7625-40D7-BF4C-FC7A17F3C2AE}" dt="2025-11-11T06:07:56.288" v="775" actId="20577"/>
          <ac:spMkLst>
            <pc:docMk/>
            <pc:sldMk cId="2830781152" sldId="262"/>
            <ac:spMk id="2" creationId="{87987754-6B78-4066-4B6B-9A45DC330A55}"/>
          </ac:spMkLst>
        </pc:spChg>
        <pc:spChg chg="mod">
          <ac:chgData name="Li, Chien-cheng" userId="b7c15f25-3c87-4f08-8ede-0ed476286900" providerId="ADAL" clId="{D77C72B6-7625-40D7-BF4C-FC7A17F3C2AE}" dt="2025-11-11T06:30:57.612" v="1311" actId="20577"/>
          <ac:spMkLst>
            <pc:docMk/>
            <pc:sldMk cId="2830781152" sldId="262"/>
            <ac:spMk id="3" creationId="{29E81C41-8F95-7904-B825-D022636A2B6E}"/>
          </ac:spMkLst>
        </pc:spChg>
        <pc:spChg chg="add mod">
          <ac:chgData name="Li, Chien-cheng" userId="b7c15f25-3c87-4f08-8ede-0ed476286900" providerId="ADAL" clId="{D77C72B6-7625-40D7-BF4C-FC7A17F3C2AE}" dt="2025-11-11T06:26:57.815" v="1295" actId="1076"/>
          <ac:spMkLst>
            <pc:docMk/>
            <pc:sldMk cId="2830781152" sldId="262"/>
            <ac:spMk id="4" creationId="{CE31B566-D1BA-CB3A-28A5-7D45E8C33DBA}"/>
          </ac:spMkLst>
        </pc:spChg>
        <pc:spChg chg="add mod">
          <ac:chgData name="Li, Chien-cheng" userId="b7c15f25-3c87-4f08-8ede-0ed476286900" providerId="ADAL" clId="{D77C72B6-7625-40D7-BF4C-FC7A17F3C2AE}" dt="2025-11-11T06:26:57.815" v="1295" actId="1076"/>
          <ac:spMkLst>
            <pc:docMk/>
            <pc:sldMk cId="2830781152" sldId="262"/>
            <ac:spMk id="5" creationId="{56D79284-62B6-B7DA-1BC8-E6D31C95D892}"/>
          </ac:spMkLst>
        </pc:spChg>
        <pc:spChg chg="add mod">
          <ac:chgData name="Li, Chien-cheng" userId="b7c15f25-3c87-4f08-8ede-0ed476286900" providerId="ADAL" clId="{D77C72B6-7625-40D7-BF4C-FC7A17F3C2AE}" dt="2025-11-11T06:26:57.815" v="1295" actId="1076"/>
          <ac:spMkLst>
            <pc:docMk/>
            <pc:sldMk cId="2830781152" sldId="262"/>
            <ac:spMk id="6" creationId="{5816388D-4F63-2AAE-39BF-ECFC6EBF1AFE}"/>
          </ac:spMkLst>
        </pc:spChg>
        <pc:spChg chg="mod">
          <ac:chgData name="Li, Chien-cheng" userId="b7c15f25-3c87-4f08-8ede-0ed476286900" providerId="ADAL" clId="{D77C72B6-7625-40D7-BF4C-FC7A17F3C2AE}" dt="2025-11-11T06:26:57.815" v="1295" actId="1076"/>
          <ac:spMkLst>
            <pc:docMk/>
            <pc:sldMk cId="2830781152" sldId="262"/>
            <ac:spMk id="7" creationId="{F0590F77-C87E-D7E4-0F54-A8A4F938E1D4}"/>
          </ac:spMkLst>
        </pc:spChg>
        <pc:spChg chg="add mod">
          <ac:chgData name="Li, Chien-cheng" userId="b7c15f25-3c87-4f08-8ede-0ed476286900" providerId="ADAL" clId="{D77C72B6-7625-40D7-BF4C-FC7A17F3C2AE}" dt="2025-11-11T06:26:57.815" v="1295" actId="1076"/>
          <ac:spMkLst>
            <pc:docMk/>
            <pc:sldMk cId="2830781152" sldId="262"/>
            <ac:spMk id="8" creationId="{EEF2470D-AEF7-E9BB-D41E-B25D208E681D}"/>
          </ac:spMkLst>
        </pc:spChg>
        <pc:spChg chg="mod">
          <ac:chgData name="Li, Chien-cheng" userId="b7c15f25-3c87-4f08-8ede-0ed476286900" providerId="ADAL" clId="{D77C72B6-7625-40D7-BF4C-FC7A17F3C2AE}" dt="2025-11-11T06:26:06.840" v="1256" actId="1076"/>
          <ac:spMkLst>
            <pc:docMk/>
            <pc:sldMk cId="2830781152" sldId="262"/>
            <ac:spMk id="10" creationId="{D5B4031C-A422-F60D-3FBF-D41D45BAC546}"/>
          </ac:spMkLst>
        </pc:spChg>
        <pc:spChg chg="add mod">
          <ac:chgData name="Li, Chien-cheng" userId="b7c15f25-3c87-4f08-8ede-0ed476286900" providerId="ADAL" clId="{D77C72B6-7625-40D7-BF4C-FC7A17F3C2AE}" dt="2025-11-11T06:26:57.815" v="1295" actId="1076"/>
          <ac:spMkLst>
            <pc:docMk/>
            <pc:sldMk cId="2830781152" sldId="262"/>
            <ac:spMk id="12" creationId="{201CFC80-BED3-005F-A004-6ECC5C1CF135}"/>
          </ac:spMkLst>
        </pc:spChg>
        <pc:spChg chg="add mod">
          <ac:chgData name="Li, Chien-cheng" userId="b7c15f25-3c87-4f08-8ede-0ed476286900" providerId="ADAL" clId="{D77C72B6-7625-40D7-BF4C-FC7A17F3C2AE}" dt="2025-11-11T06:26:57.815" v="1295" actId="1076"/>
          <ac:spMkLst>
            <pc:docMk/>
            <pc:sldMk cId="2830781152" sldId="262"/>
            <ac:spMk id="14" creationId="{BBF3375C-B6A0-6142-1F16-1047CD335BE0}"/>
          </ac:spMkLst>
        </pc:spChg>
        <pc:spChg chg="mod">
          <ac:chgData name="Li, Chien-cheng" userId="b7c15f25-3c87-4f08-8ede-0ed476286900" providerId="ADAL" clId="{D77C72B6-7625-40D7-BF4C-FC7A17F3C2AE}" dt="2025-11-11T06:24:55.311" v="1186" actId="20577"/>
          <ac:spMkLst>
            <pc:docMk/>
            <pc:sldMk cId="2830781152" sldId="262"/>
            <ac:spMk id="15" creationId="{8BED5AAB-CA64-74AF-5373-DD8BA61E0BF3}"/>
          </ac:spMkLst>
        </pc:spChg>
        <pc:spChg chg="add mod">
          <ac:chgData name="Li, Chien-cheng" userId="b7c15f25-3c87-4f08-8ede-0ed476286900" providerId="ADAL" clId="{D77C72B6-7625-40D7-BF4C-FC7A17F3C2AE}" dt="2025-11-11T06:26:57.815" v="1295" actId="1076"/>
          <ac:spMkLst>
            <pc:docMk/>
            <pc:sldMk cId="2830781152" sldId="262"/>
            <ac:spMk id="16" creationId="{06B27DB5-7C41-F544-863D-750F9793C8A3}"/>
          </ac:spMkLst>
        </pc:spChg>
        <pc:spChg chg="add mod">
          <ac:chgData name="Li, Chien-cheng" userId="b7c15f25-3c87-4f08-8ede-0ed476286900" providerId="ADAL" clId="{D77C72B6-7625-40D7-BF4C-FC7A17F3C2AE}" dt="2025-11-11T06:26:57.815" v="1295" actId="1076"/>
          <ac:spMkLst>
            <pc:docMk/>
            <pc:sldMk cId="2830781152" sldId="262"/>
            <ac:spMk id="17" creationId="{81615F95-CD60-2067-52B1-F42CD641EE60}"/>
          </ac:spMkLst>
        </pc:spChg>
        <pc:spChg chg="add mod">
          <ac:chgData name="Li, Chien-cheng" userId="b7c15f25-3c87-4f08-8ede-0ed476286900" providerId="ADAL" clId="{D77C72B6-7625-40D7-BF4C-FC7A17F3C2AE}" dt="2025-11-11T06:26:57.815" v="1295" actId="1076"/>
          <ac:spMkLst>
            <pc:docMk/>
            <pc:sldMk cId="2830781152" sldId="262"/>
            <ac:spMk id="19" creationId="{5BE57E02-0EA9-B905-9148-4E7E41C0BDD5}"/>
          </ac:spMkLst>
        </pc:spChg>
        <pc:spChg chg="add del mod">
          <ac:chgData name="Li, Chien-cheng" userId="b7c15f25-3c87-4f08-8ede-0ed476286900" providerId="ADAL" clId="{D77C72B6-7625-40D7-BF4C-FC7A17F3C2AE}" dt="2025-11-11T06:26:45.693" v="1292" actId="478"/>
          <ac:spMkLst>
            <pc:docMk/>
            <pc:sldMk cId="2830781152" sldId="262"/>
            <ac:spMk id="21" creationId="{EC61668E-1641-367E-C5F2-E410816D2282}"/>
          </ac:spMkLst>
        </pc:spChg>
        <pc:spChg chg="add mod">
          <ac:chgData name="Li, Chien-cheng" userId="b7c15f25-3c87-4f08-8ede-0ed476286900" providerId="ADAL" clId="{D77C72B6-7625-40D7-BF4C-FC7A17F3C2AE}" dt="2025-11-11T06:27:02.963" v="1296" actId="1076"/>
          <ac:spMkLst>
            <pc:docMk/>
            <pc:sldMk cId="2830781152" sldId="262"/>
            <ac:spMk id="22" creationId="{F9D6BD07-7619-5CBD-FD64-B5D8C2AA962D}"/>
          </ac:spMkLst>
        </pc:spChg>
        <pc:spChg chg="add mod">
          <ac:chgData name="Li, Chien-cheng" userId="b7c15f25-3c87-4f08-8ede-0ed476286900" providerId="ADAL" clId="{D77C72B6-7625-40D7-BF4C-FC7A17F3C2AE}" dt="2025-11-11T06:27:02.963" v="1296" actId="1076"/>
          <ac:spMkLst>
            <pc:docMk/>
            <pc:sldMk cId="2830781152" sldId="262"/>
            <ac:spMk id="23" creationId="{6749212C-7B9E-08FB-356D-20B75D122B38}"/>
          </ac:spMkLst>
        </pc:spChg>
        <pc:spChg chg="add mod">
          <ac:chgData name="Li, Chien-cheng" userId="b7c15f25-3c87-4f08-8ede-0ed476286900" providerId="ADAL" clId="{D77C72B6-7625-40D7-BF4C-FC7A17F3C2AE}" dt="2025-11-11T06:27:02.963" v="1296" actId="1076"/>
          <ac:spMkLst>
            <pc:docMk/>
            <pc:sldMk cId="2830781152" sldId="262"/>
            <ac:spMk id="24" creationId="{552C715E-A330-1983-BFBB-64234FCD6F4B}"/>
          </ac:spMkLst>
        </pc:spChg>
        <pc:spChg chg="add mod">
          <ac:chgData name="Li, Chien-cheng" userId="b7c15f25-3c87-4f08-8ede-0ed476286900" providerId="ADAL" clId="{D77C72B6-7625-40D7-BF4C-FC7A17F3C2AE}" dt="2025-11-11T06:27:02.963" v="1296" actId="1076"/>
          <ac:spMkLst>
            <pc:docMk/>
            <pc:sldMk cId="2830781152" sldId="262"/>
            <ac:spMk id="25" creationId="{C81A5D9C-C3EC-2CA6-181B-082C7BE4E241}"/>
          </ac:spMkLst>
        </pc:spChg>
        <pc:spChg chg="add mod">
          <ac:chgData name="Li, Chien-cheng" userId="b7c15f25-3c87-4f08-8ede-0ed476286900" providerId="ADAL" clId="{D77C72B6-7625-40D7-BF4C-FC7A17F3C2AE}" dt="2025-11-11T06:27:02.963" v="1296" actId="1076"/>
          <ac:spMkLst>
            <pc:docMk/>
            <pc:sldMk cId="2830781152" sldId="262"/>
            <ac:spMk id="26" creationId="{D7192315-8306-6CBE-70DC-76C9A34AF1D0}"/>
          </ac:spMkLst>
        </pc:spChg>
        <pc:spChg chg="add mod">
          <ac:chgData name="Li, Chien-cheng" userId="b7c15f25-3c87-4f08-8ede-0ed476286900" providerId="ADAL" clId="{D77C72B6-7625-40D7-BF4C-FC7A17F3C2AE}" dt="2025-11-11T06:27:02.963" v="1296" actId="1076"/>
          <ac:spMkLst>
            <pc:docMk/>
            <pc:sldMk cId="2830781152" sldId="262"/>
            <ac:spMk id="27" creationId="{AC1E7A23-418C-D77B-BB28-F01CE245EDF1}"/>
          </ac:spMkLst>
        </pc:spChg>
        <pc:spChg chg="add mod">
          <ac:chgData name="Li, Chien-cheng" userId="b7c15f25-3c87-4f08-8ede-0ed476286900" providerId="ADAL" clId="{D77C72B6-7625-40D7-BF4C-FC7A17F3C2AE}" dt="2025-11-11T06:27:02.963" v="1296" actId="1076"/>
          <ac:spMkLst>
            <pc:docMk/>
            <pc:sldMk cId="2830781152" sldId="262"/>
            <ac:spMk id="28" creationId="{4DD5F945-9421-A500-6370-0C884C8A0D90}"/>
          </ac:spMkLst>
        </pc:spChg>
        <pc:spChg chg="add mod">
          <ac:chgData name="Li, Chien-cheng" userId="b7c15f25-3c87-4f08-8ede-0ed476286900" providerId="ADAL" clId="{D77C72B6-7625-40D7-BF4C-FC7A17F3C2AE}" dt="2025-11-11T06:27:02.963" v="1296" actId="1076"/>
          <ac:spMkLst>
            <pc:docMk/>
            <pc:sldMk cId="2830781152" sldId="262"/>
            <ac:spMk id="29" creationId="{B75EF6A3-D3D4-44A1-21A1-8D25DA2564FB}"/>
          </ac:spMkLst>
        </pc:spChg>
        <pc:spChg chg="add mod">
          <ac:chgData name="Li, Chien-cheng" userId="b7c15f25-3c87-4f08-8ede-0ed476286900" providerId="ADAL" clId="{D77C72B6-7625-40D7-BF4C-FC7A17F3C2AE}" dt="2025-11-11T06:27:02.963" v="1296" actId="1076"/>
          <ac:spMkLst>
            <pc:docMk/>
            <pc:sldMk cId="2830781152" sldId="262"/>
            <ac:spMk id="31" creationId="{75ACAB51-0E20-9EFD-84CA-3E900F62DFEE}"/>
          </ac:spMkLst>
        </pc:spChg>
        <pc:cxnChg chg="del">
          <ac:chgData name="Li, Chien-cheng" userId="b7c15f25-3c87-4f08-8ede-0ed476286900" providerId="ADAL" clId="{D77C72B6-7625-40D7-BF4C-FC7A17F3C2AE}" dt="2025-11-11T06:26:46.934" v="1293" actId="478"/>
          <ac:cxnSpMkLst>
            <pc:docMk/>
            <pc:sldMk cId="2830781152" sldId="262"/>
            <ac:cxnSpMk id="20" creationId="{3466AC78-30B0-0074-A375-0CA8F0532D1D}"/>
          </ac:cxnSpMkLst>
        </pc:cxnChg>
        <pc:cxnChg chg="add del mod">
          <ac:chgData name="Li, Chien-cheng" userId="b7c15f25-3c87-4f08-8ede-0ed476286900" providerId="ADAL" clId="{D77C72B6-7625-40D7-BF4C-FC7A17F3C2AE}" dt="2025-11-11T06:23:57.514" v="1147" actId="478"/>
          <ac:cxnSpMkLst>
            <pc:docMk/>
            <pc:sldMk cId="2830781152" sldId="262"/>
            <ac:cxnSpMk id="30" creationId="{71B8DB4F-618C-E57B-AABA-B846D9832E7D}"/>
          </ac:cxnSpMkLst>
        </pc:cxnChg>
      </pc:sldChg>
      <pc:sldChg chg="addSp delSp modSp new del mod">
        <pc:chgData name="Li, Chien-cheng" userId="b7c15f25-3c87-4f08-8ede-0ed476286900" providerId="ADAL" clId="{D77C72B6-7625-40D7-BF4C-FC7A17F3C2AE}" dt="2025-11-12T07:20:10.075" v="1866" actId="2696"/>
        <pc:sldMkLst>
          <pc:docMk/>
          <pc:sldMk cId="2199382577" sldId="263"/>
        </pc:sldMkLst>
        <pc:spChg chg="mod">
          <ac:chgData name="Li, Chien-cheng" userId="b7c15f25-3c87-4f08-8ede-0ed476286900" providerId="ADAL" clId="{D77C72B6-7625-40D7-BF4C-FC7A17F3C2AE}" dt="2025-11-11T08:45:52.495" v="1398" actId="20577"/>
          <ac:spMkLst>
            <pc:docMk/>
            <pc:sldMk cId="2199382577" sldId="263"/>
            <ac:spMk id="2" creationId="{671709DA-B394-6A19-3904-1401FA988650}"/>
          </ac:spMkLst>
        </pc:spChg>
        <pc:spChg chg="del">
          <ac:chgData name="Li, Chien-cheng" userId="b7c15f25-3c87-4f08-8ede-0ed476286900" providerId="ADAL" clId="{D77C72B6-7625-40D7-BF4C-FC7A17F3C2AE}" dt="2025-11-11T08:44:52.729" v="1344" actId="478"/>
          <ac:spMkLst>
            <pc:docMk/>
            <pc:sldMk cId="2199382577" sldId="263"/>
            <ac:spMk id="3" creationId="{D350844B-9C9E-A7E8-B527-0DBB24D6C953}"/>
          </ac:spMkLst>
        </pc:spChg>
        <pc:spChg chg="mod">
          <ac:chgData name="Li, Chien-cheng" userId="b7c15f25-3c87-4f08-8ede-0ed476286900" providerId="ADAL" clId="{D77C72B6-7625-40D7-BF4C-FC7A17F3C2AE}" dt="2025-11-11T08:44:51.589" v="1343"/>
          <ac:spMkLst>
            <pc:docMk/>
            <pc:sldMk cId="2199382577" sldId="263"/>
            <ac:spMk id="5" creationId="{858168B7-288B-273F-B61B-4237DE9B6CD1}"/>
          </ac:spMkLst>
        </pc:spChg>
        <pc:spChg chg="add mod">
          <ac:chgData name="Li, Chien-cheng" userId="b7c15f25-3c87-4f08-8ede-0ed476286900" providerId="ADAL" clId="{D77C72B6-7625-40D7-BF4C-FC7A17F3C2AE}" dt="2025-11-11T08:44:50.737" v="1342"/>
          <ac:spMkLst>
            <pc:docMk/>
            <pc:sldMk cId="2199382577" sldId="263"/>
            <ac:spMk id="8" creationId="{FAA73FE5-3514-300F-212E-B9E4C72042FA}"/>
          </ac:spMkLst>
        </pc:spChg>
        <pc:spChg chg="add mod">
          <ac:chgData name="Li, Chien-cheng" userId="b7c15f25-3c87-4f08-8ede-0ed476286900" providerId="ADAL" clId="{D77C72B6-7625-40D7-BF4C-FC7A17F3C2AE}" dt="2025-11-11T08:44:50.737" v="1342"/>
          <ac:spMkLst>
            <pc:docMk/>
            <pc:sldMk cId="2199382577" sldId="263"/>
            <ac:spMk id="10" creationId="{4193684B-3B01-921F-46BF-8149D1AFF8A2}"/>
          </ac:spMkLst>
        </pc:spChg>
        <pc:spChg chg="add mod">
          <ac:chgData name="Li, Chien-cheng" userId="b7c15f25-3c87-4f08-8ede-0ed476286900" providerId="ADAL" clId="{D77C72B6-7625-40D7-BF4C-FC7A17F3C2AE}" dt="2025-11-11T08:44:50.737" v="1342"/>
          <ac:spMkLst>
            <pc:docMk/>
            <pc:sldMk cId="2199382577" sldId="263"/>
            <ac:spMk id="11" creationId="{9B08E0E3-2EA2-0346-6010-66727685E054}"/>
          </ac:spMkLst>
        </pc:spChg>
        <pc:spChg chg="add mod">
          <ac:chgData name="Li, Chien-cheng" userId="b7c15f25-3c87-4f08-8ede-0ed476286900" providerId="ADAL" clId="{D77C72B6-7625-40D7-BF4C-FC7A17F3C2AE}" dt="2025-11-11T08:44:50.737" v="1342"/>
          <ac:spMkLst>
            <pc:docMk/>
            <pc:sldMk cId="2199382577" sldId="263"/>
            <ac:spMk id="12" creationId="{92A5CCE9-52E1-9570-6B48-C4C2D1EAA44E}"/>
          </ac:spMkLst>
        </pc:spChg>
        <pc:spChg chg="add mod">
          <ac:chgData name="Li, Chien-cheng" userId="b7c15f25-3c87-4f08-8ede-0ed476286900" providerId="ADAL" clId="{D77C72B6-7625-40D7-BF4C-FC7A17F3C2AE}" dt="2025-11-11T08:44:50.737" v="1342"/>
          <ac:spMkLst>
            <pc:docMk/>
            <pc:sldMk cId="2199382577" sldId="263"/>
            <ac:spMk id="13" creationId="{AE60C91D-F4E7-01C2-DFAD-BD416DD90F79}"/>
          </ac:spMkLst>
        </pc:spChg>
        <pc:spChg chg="add mod">
          <ac:chgData name="Li, Chien-cheng" userId="b7c15f25-3c87-4f08-8ede-0ed476286900" providerId="ADAL" clId="{D77C72B6-7625-40D7-BF4C-FC7A17F3C2AE}" dt="2025-11-11T08:44:50.737" v="1342"/>
          <ac:spMkLst>
            <pc:docMk/>
            <pc:sldMk cId="2199382577" sldId="263"/>
            <ac:spMk id="16" creationId="{E8B43188-7F75-A2AC-4CA6-303CA2C4C254}"/>
          </ac:spMkLst>
        </pc:spChg>
        <pc:spChg chg="add mod">
          <ac:chgData name="Li, Chien-cheng" userId="b7c15f25-3c87-4f08-8ede-0ed476286900" providerId="ADAL" clId="{D77C72B6-7625-40D7-BF4C-FC7A17F3C2AE}" dt="2025-11-11T08:44:50.737" v="1342"/>
          <ac:spMkLst>
            <pc:docMk/>
            <pc:sldMk cId="2199382577" sldId="263"/>
            <ac:spMk id="21" creationId="{69CDD6AE-2141-4F16-8712-76B1BB196E75}"/>
          </ac:spMkLst>
        </pc:spChg>
        <pc:spChg chg="add mod">
          <ac:chgData name="Li, Chien-cheng" userId="b7c15f25-3c87-4f08-8ede-0ed476286900" providerId="ADAL" clId="{D77C72B6-7625-40D7-BF4C-FC7A17F3C2AE}" dt="2025-11-11T08:44:50.737" v="1342"/>
          <ac:spMkLst>
            <pc:docMk/>
            <pc:sldMk cId="2199382577" sldId="263"/>
            <ac:spMk id="29" creationId="{B219F929-B303-8694-7037-D0830EB6C0B3}"/>
          </ac:spMkLst>
        </pc:spChg>
        <pc:spChg chg="add mod">
          <ac:chgData name="Li, Chien-cheng" userId="b7c15f25-3c87-4f08-8ede-0ed476286900" providerId="ADAL" clId="{D77C72B6-7625-40D7-BF4C-FC7A17F3C2AE}" dt="2025-11-11T08:44:50.737" v="1342"/>
          <ac:spMkLst>
            <pc:docMk/>
            <pc:sldMk cId="2199382577" sldId="263"/>
            <ac:spMk id="34" creationId="{8FE52504-7D03-55C7-19F5-D489E56C951B}"/>
          </ac:spMkLst>
        </pc:spChg>
        <pc:spChg chg="add mod">
          <ac:chgData name="Li, Chien-cheng" userId="b7c15f25-3c87-4f08-8ede-0ed476286900" providerId="ADAL" clId="{D77C72B6-7625-40D7-BF4C-FC7A17F3C2AE}" dt="2025-11-11T08:44:50.737" v="1342"/>
          <ac:spMkLst>
            <pc:docMk/>
            <pc:sldMk cId="2199382577" sldId="263"/>
            <ac:spMk id="36" creationId="{FDFAC7E5-C90C-25D2-1204-86EC343DF254}"/>
          </ac:spMkLst>
        </pc:spChg>
        <pc:spChg chg="add mod">
          <ac:chgData name="Li, Chien-cheng" userId="b7c15f25-3c87-4f08-8ede-0ed476286900" providerId="ADAL" clId="{D77C72B6-7625-40D7-BF4C-FC7A17F3C2AE}" dt="2025-11-11T08:44:58.209" v="1347" actId="20577"/>
          <ac:spMkLst>
            <pc:docMk/>
            <pc:sldMk cId="2199382577" sldId="263"/>
            <ac:spMk id="45" creationId="{35B7E047-559C-F88A-7EBB-08D4E5E510FB}"/>
          </ac:spMkLst>
        </pc:spChg>
        <pc:spChg chg="mod">
          <ac:chgData name="Li, Chien-cheng" userId="b7c15f25-3c87-4f08-8ede-0ed476286900" providerId="ADAL" clId="{D77C72B6-7625-40D7-BF4C-FC7A17F3C2AE}" dt="2025-11-11T08:45:30.383" v="1366" actId="20577"/>
          <ac:spMkLst>
            <pc:docMk/>
            <pc:sldMk cId="2199382577" sldId="263"/>
            <ac:spMk id="46" creationId="{158B2C8B-1AAD-514B-5021-D980DCB084AB}"/>
          </ac:spMkLst>
        </pc:spChg>
        <pc:spChg chg="add mod">
          <ac:chgData name="Li, Chien-cheng" userId="b7c15f25-3c87-4f08-8ede-0ed476286900" providerId="ADAL" clId="{D77C72B6-7625-40D7-BF4C-FC7A17F3C2AE}" dt="2025-11-11T08:44:59.663" v="1348" actId="20577"/>
          <ac:spMkLst>
            <pc:docMk/>
            <pc:sldMk cId="2199382577" sldId="263"/>
            <ac:spMk id="51" creationId="{6AD15F2A-76B1-A778-E720-543ED9C390B3}"/>
          </ac:spMkLst>
        </pc:spChg>
        <pc:spChg chg="mod">
          <ac:chgData name="Li, Chien-cheng" userId="b7c15f25-3c87-4f08-8ede-0ed476286900" providerId="ADAL" clId="{D77C72B6-7625-40D7-BF4C-FC7A17F3C2AE}" dt="2025-11-11T08:45:32.809" v="1369" actId="20577"/>
          <ac:spMkLst>
            <pc:docMk/>
            <pc:sldMk cId="2199382577" sldId="263"/>
            <ac:spMk id="52" creationId="{86003330-47FB-7152-96E2-26EB9C60A623}"/>
          </ac:spMkLst>
        </pc:spChg>
        <pc:spChg chg="add del mod">
          <ac:chgData name="Li, Chien-cheng" userId="b7c15f25-3c87-4f08-8ede-0ed476286900" providerId="ADAL" clId="{D77C72B6-7625-40D7-BF4C-FC7A17F3C2AE}" dt="2025-11-11T08:45:08.067" v="1355"/>
          <ac:spMkLst>
            <pc:docMk/>
            <pc:sldMk cId="2199382577" sldId="263"/>
            <ac:spMk id="53" creationId="{35685740-8B0A-C17F-869C-A1F9D9C814EB}"/>
          </ac:spMkLst>
        </pc:spChg>
        <pc:spChg chg="del">
          <ac:chgData name="Li, Chien-cheng" userId="b7c15f25-3c87-4f08-8ede-0ed476286900" providerId="ADAL" clId="{D77C72B6-7625-40D7-BF4C-FC7A17F3C2AE}" dt="2025-11-11T08:45:09.828" v="1358" actId="478"/>
          <ac:spMkLst>
            <pc:docMk/>
            <pc:sldMk cId="2199382577" sldId="263"/>
            <ac:spMk id="58" creationId="{476BB888-EE31-336F-C384-802A1F67841E}"/>
          </ac:spMkLst>
        </pc:spChg>
        <pc:spChg chg="add del mod">
          <ac:chgData name="Li, Chien-cheng" userId="b7c15f25-3c87-4f08-8ede-0ed476286900" providerId="ADAL" clId="{D77C72B6-7625-40D7-BF4C-FC7A17F3C2AE}" dt="2025-11-11T08:45:11.091" v="1359" actId="478"/>
          <ac:spMkLst>
            <pc:docMk/>
            <pc:sldMk cId="2199382577" sldId="263"/>
            <ac:spMk id="60" creationId="{6BDA8272-29C0-71A0-47C6-4DA0EBF7D55A}"/>
          </ac:spMkLst>
        </pc:spChg>
        <pc:spChg chg="add mod">
          <ac:chgData name="Li, Chien-cheng" userId="b7c15f25-3c87-4f08-8ede-0ed476286900" providerId="ADAL" clId="{D77C72B6-7625-40D7-BF4C-FC7A17F3C2AE}" dt="2025-11-11T08:44:52.997" v="1345"/>
          <ac:spMkLst>
            <pc:docMk/>
            <pc:sldMk cId="2199382577" sldId="263"/>
            <ac:spMk id="61" creationId="{9A509315-B44A-1921-1AD2-31FC89ED821B}"/>
          </ac:spMkLst>
        </pc:spChg>
        <pc:spChg chg="mod">
          <ac:chgData name="Li, Chien-cheng" userId="b7c15f25-3c87-4f08-8ede-0ed476286900" providerId="ADAL" clId="{D77C72B6-7625-40D7-BF4C-FC7A17F3C2AE}" dt="2025-11-11T08:45:05.438" v="1352" actId="20577"/>
          <ac:spMkLst>
            <pc:docMk/>
            <pc:sldMk cId="2199382577" sldId="263"/>
            <ac:spMk id="62" creationId="{62A8A707-CA7A-ED4A-346B-D858AC14F459}"/>
          </ac:spMkLst>
        </pc:spChg>
        <pc:spChg chg="add mod">
          <ac:chgData name="Li, Chien-cheng" userId="b7c15f25-3c87-4f08-8ede-0ed476286900" providerId="ADAL" clId="{D77C72B6-7625-40D7-BF4C-FC7A17F3C2AE}" dt="2025-11-11T08:44:52.997" v="1345"/>
          <ac:spMkLst>
            <pc:docMk/>
            <pc:sldMk cId="2199382577" sldId="263"/>
            <ac:spMk id="64" creationId="{6C3FC6C3-F829-FF6D-9A12-1994510D8014}"/>
          </ac:spMkLst>
        </pc:spChg>
        <pc:spChg chg="add mod">
          <ac:chgData name="Li, Chien-cheng" userId="b7c15f25-3c87-4f08-8ede-0ed476286900" providerId="ADAL" clId="{D77C72B6-7625-40D7-BF4C-FC7A17F3C2AE}" dt="2025-11-11T08:45:03.078" v="1350" actId="20577"/>
          <ac:spMkLst>
            <pc:docMk/>
            <pc:sldMk cId="2199382577" sldId="263"/>
            <ac:spMk id="68" creationId="{DA81856F-99B6-CEDD-D51B-053C19D1CDC9}"/>
          </ac:spMkLst>
        </pc:spChg>
        <pc:spChg chg="mod">
          <ac:chgData name="Li, Chien-cheng" userId="b7c15f25-3c87-4f08-8ede-0ed476286900" providerId="ADAL" clId="{D77C72B6-7625-40D7-BF4C-FC7A17F3C2AE}" dt="2025-11-11T08:45:04.362" v="1351" actId="20577"/>
          <ac:spMkLst>
            <pc:docMk/>
            <pc:sldMk cId="2199382577" sldId="263"/>
            <ac:spMk id="71" creationId="{7E1A7394-28D5-9495-C6D0-41500FADF476}"/>
          </ac:spMkLst>
        </pc:spChg>
        <pc:spChg chg="del mod">
          <ac:chgData name="Li, Chien-cheng" userId="b7c15f25-3c87-4f08-8ede-0ed476286900" providerId="ADAL" clId="{D77C72B6-7625-40D7-BF4C-FC7A17F3C2AE}" dt="2025-11-11T08:45:08.067" v="1357"/>
          <ac:spMkLst>
            <pc:docMk/>
            <pc:sldMk cId="2199382577" sldId="263"/>
            <ac:spMk id="72" creationId="{E31102DF-133E-A02A-104B-8C1A6AA26351}"/>
          </ac:spMkLst>
        </pc:spChg>
        <pc:spChg chg="add mod">
          <ac:chgData name="Li, Chien-cheng" userId="b7c15f25-3c87-4f08-8ede-0ed476286900" providerId="ADAL" clId="{D77C72B6-7625-40D7-BF4C-FC7A17F3C2AE}" dt="2025-11-11T08:45:15.813" v="1363" actId="20577"/>
          <ac:spMkLst>
            <pc:docMk/>
            <pc:sldMk cId="2199382577" sldId="263"/>
            <ac:spMk id="73" creationId="{C0CB61EA-EC53-48FF-903C-7BF07B685FE4}"/>
          </ac:spMkLst>
        </pc:spChg>
        <pc:spChg chg="add mod">
          <ac:chgData name="Li, Chien-cheng" userId="b7c15f25-3c87-4f08-8ede-0ed476286900" providerId="ADAL" clId="{D77C72B6-7625-40D7-BF4C-FC7A17F3C2AE}" dt="2025-11-11T08:44:52.997" v="1345"/>
          <ac:spMkLst>
            <pc:docMk/>
            <pc:sldMk cId="2199382577" sldId="263"/>
            <ac:spMk id="74" creationId="{2E779A4C-7FBD-E566-0AAF-CBB6A492CBDE}"/>
          </ac:spMkLst>
        </pc:spChg>
        <pc:spChg chg="add del mod">
          <ac:chgData name="Li, Chien-cheng" userId="b7c15f25-3c87-4f08-8ede-0ed476286900" providerId="ADAL" clId="{D77C72B6-7625-40D7-BF4C-FC7A17F3C2AE}" dt="2025-11-11T08:45:08.067" v="1353" actId="478"/>
          <ac:spMkLst>
            <pc:docMk/>
            <pc:sldMk cId="2199382577" sldId="263"/>
            <ac:spMk id="77" creationId="{F1E053C9-3D84-F2C0-518C-81CAD5D36C7E}"/>
          </ac:spMkLst>
        </pc:spChg>
        <pc:spChg chg="add del mod">
          <ac:chgData name="Li, Chien-cheng" userId="b7c15f25-3c87-4f08-8ede-0ed476286900" providerId="ADAL" clId="{D77C72B6-7625-40D7-BF4C-FC7A17F3C2AE}" dt="2025-11-11T08:46:36.156" v="1462" actId="478"/>
          <ac:spMkLst>
            <pc:docMk/>
            <pc:sldMk cId="2199382577" sldId="263"/>
            <ac:spMk id="78" creationId="{80E4D656-17F1-6B4F-D39B-EC3B678187B9}"/>
          </ac:spMkLst>
        </pc:spChg>
        <pc:cxnChg chg="del">
          <ac:chgData name="Li, Chien-cheng" userId="b7c15f25-3c87-4f08-8ede-0ed476286900" providerId="ADAL" clId="{D77C72B6-7625-40D7-BF4C-FC7A17F3C2AE}" dt="2025-11-12T07:19:52.245" v="1863" actId="478"/>
          <ac:cxnSpMkLst>
            <pc:docMk/>
            <pc:sldMk cId="2199382577" sldId="263"/>
            <ac:cxnSpMk id="57" creationId="{C8F25E0A-B943-809E-D83C-08024A377DFF}"/>
          </ac:cxnSpMkLst>
        </pc:cxnChg>
        <pc:cxnChg chg="del">
          <ac:chgData name="Li, Chien-cheng" userId="b7c15f25-3c87-4f08-8ede-0ed476286900" providerId="ADAL" clId="{D77C72B6-7625-40D7-BF4C-FC7A17F3C2AE}" dt="2025-11-12T07:19:53.230" v="1864" actId="478"/>
          <ac:cxnSpMkLst>
            <pc:docMk/>
            <pc:sldMk cId="2199382577" sldId="263"/>
            <ac:cxnSpMk id="59" creationId="{EDE68586-EDD7-ACC0-A684-925F90F6D95A}"/>
          </ac:cxnSpMkLst>
        </pc:cxnChg>
        <pc:cxnChg chg="del">
          <ac:chgData name="Li, Chien-cheng" userId="b7c15f25-3c87-4f08-8ede-0ed476286900" providerId="ADAL" clId="{D77C72B6-7625-40D7-BF4C-FC7A17F3C2AE}" dt="2025-11-12T07:19:54.608" v="1865" actId="478"/>
          <ac:cxnSpMkLst>
            <pc:docMk/>
            <pc:sldMk cId="2199382577" sldId="263"/>
            <ac:cxnSpMk id="76" creationId="{EC8D18CB-5071-AC5E-3BE3-E3607F40FF6A}"/>
          </ac:cxnSpMkLst>
        </pc:cxnChg>
      </pc:sldChg>
      <pc:sldChg chg="add">
        <pc:chgData name="Li, Chien-cheng" userId="b7c15f25-3c87-4f08-8ede-0ed476286900" providerId="ADAL" clId="{D77C72B6-7625-40D7-BF4C-FC7A17F3C2AE}" dt="2025-11-12T07:20:11.893" v="1867"/>
        <pc:sldMkLst>
          <pc:docMk/>
          <pc:sldMk cId="2571164089" sldId="263"/>
        </pc:sldMkLst>
      </pc:sldChg>
      <pc:sldChg chg="add">
        <pc:chgData name="Li, Chien-cheng" userId="b7c15f25-3c87-4f08-8ede-0ed476286900" providerId="ADAL" clId="{D77C72B6-7625-40D7-BF4C-FC7A17F3C2AE}" dt="2025-11-12T07:20:11.893" v="1867"/>
        <pc:sldMkLst>
          <pc:docMk/>
          <pc:sldMk cId="709336868" sldId="264"/>
        </pc:sldMkLst>
      </pc:sldChg>
      <pc:sldChg chg="modSp new del mod ord">
        <pc:chgData name="Li, Chien-cheng" userId="b7c15f25-3c87-4f08-8ede-0ed476286900" providerId="ADAL" clId="{D77C72B6-7625-40D7-BF4C-FC7A17F3C2AE}" dt="2025-11-12T07:20:10.075" v="1866" actId="2696"/>
        <pc:sldMkLst>
          <pc:docMk/>
          <pc:sldMk cId="2247565187" sldId="264"/>
        </pc:sldMkLst>
        <pc:spChg chg="mod">
          <ac:chgData name="Li, Chien-cheng" userId="b7c15f25-3c87-4f08-8ede-0ed476286900" providerId="ADAL" clId="{D77C72B6-7625-40D7-BF4C-FC7A17F3C2AE}" dt="2025-11-11T08:52:12.627" v="1771" actId="20577"/>
          <ac:spMkLst>
            <pc:docMk/>
            <pc:sldMk cId="2247565187" sldId="264"/>
            <ac:spMk id="2" creationId="{B81F3DAE-0A0A-5A36-779A-D22A8E666ABF}"/>
          </ac:spMkLst>
        </pc:spChg>
        <pc:spChg chg="mod">
          <ac:chgData name="Li, Chien-cheng" userId="b7c15f25-3c87-4f08-8ede-0ed476286900" providerId="ADAL" clId="{D77C72B6-7625-40D7-BF4C-FC7A17F3C2AE}" dt="2025-11-11T08:51:56.151" v="1732" actId="20577"/>
          <ac:spMkLst>
            <pc:docMk/>
            <pc:sldMk cId="2247565187" sldId="264"/>
            <ac:spMk id="3" creationId="{C1D5D6FD-0041-9897-DEDB-AA7C069042FD}"/>
          </ac:spMkLst>
        </pc:spChg>
      </pc:sldChg>
      <pc:sldChg chg="modSp new del mod">
        <pc:chgData name="Li, Chien-cheng" userId="b7c15f25-3c87-4f08-8ede-0ed476286900" providerId="ADAL" clId="{D77C72B6-7625-40D7-BF4C-FC7A17F3C2AE}" dt="2025-11-11T08:48:02.570" v="1474" actId="47"/>
        <pc:sldMkLst>
          <pc:docMk/>
          <pc:sldMk cId="3183586006" sldId="264"/>
        </pc:sldMkLst>
        <pc:spChg chg="mod">
          <ac:chgData name="Li, Chien-cheng" userId="b7c15f25-3c87-4f08-8ede-0ed476286900" providerId="ADAL" clId="{D77C72B6-7625-40D7-BF4C-FC7A17F3C2AE}" dt="2025-11-11T08:47:59.235" v="1473" actId="20577"/>
          <ac:spMkLst>
            <pc:docMk/>
            <pc:sldMk cId="3183586006" sldId="264"/>
            <ac:spMk id="3" creationId="{6ED54C49-1673-7821-C6CA-7395BA7D77F8}"/>
          </ac:spMkLst>
        </pc:spChg>
      </pc:sldChg>
    </pc:docChg>
  </pc:docChgLst>
</pc:chgInfo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5.0000000000000001E-3"/>
          <c:y val="5.0000000000000001E-3"/>
          <c:w val="0.99"/>
          <c:h val="0.85003499999999999"/>
        </c:manualLayout>
      </c:layout>
      <c:pieChart>
        <c:varyColors val="0"/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</c:pieChart>
      <c:spPr>
        <a:noFill/>
        <a:ln w="12700" cap="flat">
          <a:noFill/>
          <a:miter lim="400000"/>
        </a:ln>
        <a:effectLst/>
      </c:spPr>
    </c:plotArea>
    <c:legend>
      <c:legendPos val="b"/>
      <c:layout>
        <c:manualLayout>
          <c:xMode val="edge"/>
          <c:yMode val="edge"/>
          <c:x val="4.1227E-2"/>
          <c:y val="0.95121999999999995"/>
          <c:w val="0.91754599999999997"/>
          <c:h val="4.8779599999999999E-2"/>
        </c:manualLayout>
      </c:layout>
      <c:overlay val="1"/>
      <c:spPr>
        <a:noFill/>
        <a:ln w="12700" cap="flat">
          <a:noFill/>
          <a:miter lim="400000"/>
        </a:ln>
        <a:effectLst/>
      </c:spPr>
      <c:txPr>
        <a:bodyPr rot="0"/>
        <a:lstStyle/>
        <a:p>
          <a:pPr>
            <a:defRPr sz="1800" b="0" i="0" u="none" strike="noStrike">
              <a:solidFill>
                <a:srgbClr val="000000"/>
              </a:solidFill>
              <a:latin typeface="Intel Clear"/>
            </a:defRPr>
          </a:pPr>
          <a:endParaRPr lang="en-US"/>
        </a:p>
      </c:txPr>
    </c:legend>
    <c:plotVisOnly val="1"/>
    <c:dispBlanksAs val="gap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5.0000000000000001E-3"/>
          <c:y val="5.0000000000000001E-3"/>
          <c:w val="0.99"/>
          <c:h val="0.85003499999999999"/>
        </c:manualLayout>
      </c:layout>
      <c:pieChart>
        <c:varyColors val="0"/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</c:pieChart>
      <c:spPr>
        <a:noFill/>
        <a:ln w="12700" cap="flat">
          <a:noFill/>
          <a:miter lim="400000"/>
        </a:ln>
        <a:effectLst/>
      </c:spPr>
    </c:plotArea>
    <c:legend>
      <c:legendPos val="b"/>
      <c:layout>
        <c:manualLayout>
          <c:xMode val="edge"/>
          <c:yMode val="edge"/>
          <c:x val="4.1227E-2"/>
          <c:y val="0.95121999999999995"/>
          <c:w val="0.91754599999999997"/>
          <c:h val="4.8779599999999999E-2"/>
        </c:manualLayout>
      </c:layout>
      <c:overlay val="1"/>
      <c:spPr>
        <a:noFill/>
        <a:ln w="12700" cap="flat">
          <a:noFill/>
          <a:miter lim="400000"/>
        </a:ln>
        <a:effectLst/>
      </c:spPr>
      <c:txPr>
        <a:bodyPr rot="0"/>
        <a:lstStyle/>
        <a:p>
          <a:pPr>
            <a:defRPr sz="1800" b="0" i="0" u="none" strike="noStrike">
              <a:solidFill>
                <a:srgbClr val="000000"/>
              </a:solidFill>
              <a:latin typeface="Intel Clear"/>
            </a:defRPr>
          </a:pPr>
          <a:endParaRPr lang="en-US"/>
        </a:p>
      </c:txPr>
    </c:legend>
    <c:plotVisOnly val="1"/>
    <c:dispBlanksAs val="gap"/>
    <c:showDLblsOverMax val="1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6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359E64A-5E3A-4272-A8C9-7ED636A74F58}" type="datetimeFigureOut">
              <a:rPr lang="en-US" smtClean="0"/>
              <a:t>11/13/2025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6D98DA4-28A3-406C-BA7F-65A04BAD71F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279536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6D98DA4-28A3-406C-BA7F-65A04BAD71F5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427102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2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2.xml"/></Relationships>
</file>

<file path=ppt/slideLayouts/_rels/slideLayout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2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2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7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7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7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7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7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7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7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4.xml"/></Relationships>
</file>

<file path=ppt/slideLayouts/_rels/slideLayout7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7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7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8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8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8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8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8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8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8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4.xml"/></Relationships>
</file>

<file path=ppt/slideLayouts/_rels/slideLayout8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8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4.xml"/></Relationships>
</file>

<file path=ppt/slideLayouts/_rels/slideLayout8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4.xml"/></Relationships>
</file>

<file path=ppt/slideLayouts/_rels/slideLayout9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4.xml"/></Relationships>
</file>

<file path=ppt/slideLayouts/_rels/slideLayout9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4.xml"/></Relationships>
</file>

<file path=ppt/slideLayouts/_rels/slideLayout9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4.xml"/></Relationships>
</file>

<file path=ppt/slideLayouts/_rels/slideLayout9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9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4.xml"/></Relationships>
</file>

<file path=ppt/slideLayouts/_rels/slideLayout9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4.xml"/></Relationships>
</file>

<file path=ppt/slideLayouts/_rels/slideLayout96.xml.rels><?xml version="1.0" encoding="UTF-8" standalone="yes"?>
<Relationships xmlns="http://schemas.openxmlformats.org/package/2006/relationships"><Relationship Id="rId2" Type="http://schemas.openxmlformats.org/officeDocument/2006/relationships/chart" Target="../charts/chart2.xml"/><Relationship Id="rId1" Type="http://schemas.openxmlformats.org/officeDocument/2006/relationships/slideMaster" Target="../slideMasters/slideMaster4.xml"/></Relationships>
</file>

<file path=ppt/slideLayouts/_rels/slideLayout9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4.xml"/></Relationships>
</file>

<file path=ppt/slideLayouts/_rels/slideLayout9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4.xml"/></Relationships>
</file>

<file path=ppt/slideLayouts/_rels/slideLayout9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4.xml"/></Relationships>
</file>

<file path=ppt/slideLayouts/_rels/slideLayout10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0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0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0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4.xml"/></Relationships>
</file>

<file path=ppt/slideLayouts/_rels/slideLayout10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0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0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Master" Target="../slideMasters/slideMaster4.xml"/></Relationships>
</file>

<file path=ppt/slideLayouts/_rels/slideLayout10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5.xml"/></Relationships>
</file>

<file path=ppt/slideLayouts/_rels/slideLayout10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0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5.xml"/></Relationships>
</file>

<file path=ppt/slideLayouts/_rels/slideLayout1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5.xml"/></Relationships>
</file>

<file path=ppt/slideLayouts/_rels/slideLayout1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5.xml"/></Relationships>
</file>

<file path=ppt/slideLayouts/_rels/slideLayout1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Blue A">
    <p:bg>
      <p:bgPr>
        <a:solidFill>
          <a:srgbClr val="184A8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Rectangle"/>
          <p:cNvSpPr/>
          <p:nvPr/>
        </p:nvSpPr>
        <p:spPr>
          <a:xfrm>
            <a:off x="1469360" y="0"/>
            <a:ext cx="3430768" cy="5393161"/>
          </a:xfrm>
          <a:prstGeom prst="rect">
            <a:avLst/>
          </a:prstGeom>
          <a:solidFill>
            <a:schemeClr val="accent1"/>
          </a:solidFill>
          <a:ln w="12700">
            <a:miter lim="400000"/>
          </a:ln>
        </p:spPr>
        <p:txBody>
          <a:bodyPr lIns="0" tIns="0" rIns="0" bIns="0" anchor="ctr"/>
          <a:lstStyle/>
          <a:p>
            <a:pPr algn="ctr" defTabSz="41275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sz="1600"/>
          </a:p>
        </p:txBody>
      </p:sp>
      <p:sp>
        <p:nvSpPr>
          <p:cNvPr id="80" name="Square"/>
          <p:cNvSpPr/>
          <p:nvPr/>
        </p:nvSpPr>
        <p:spPr>
          <a:xfrm>
            <a:off x="861107" y="5390896"/>
            <a:ext cx="607299" cy="607299"/>
          </a:xfrm>
          <a:prstGeom prst="rect">
            <a:avLst/>
          </a:prstGeom>
          <a:solidFill>
            <a:schemeClr val="accent1"/>
          </a:solidFill>
          <a:ln w="12700">
            <a:miter lim="400000"/>
          </a:ln>
        </p:spPr>
        <p:txBody>
          <a:bodyPr lIns="0" tIns="0" rIns="0" bIns="0" anchor="ctr"/>
          <a:lstStyle/>
          <a:p>
            <a:pPr algn="ctr" defTabSz="41275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026FC5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sz="1600"/>
          </a:p>
        </p:txBody>
      </p:sp>
      <p:sp>
        <p:nvSpPr>
          <p:cNvPr id="81" name="Rectangle"/>
          <p:cNvSpPr/>
          <p:nvPr/>
        </p:nvSpPr>
        <p:spPr>
          <a:xfrm>
            <a:off x="576067" y="5108797"/>
            <a:ext cx="286654" cy="282073"/>
          </a:xfrm>
          <a:prstGeom prst="rect">
            <a:avLst/>
          </a:prstGeom>
          <a:solidFill>
            <a:srgbClr val="00C7FD"/>
          </a:solidFill>
          <a:ln w="12700">
            <a:miter lim="400000"/>
          </a:ln>
        </p:spPr>
        <p:txBody>
          <a:bodyPr lIns="0" tIns="0" rIns="0" bIns="0" anchor="ctr"/>
          <a:lstStyle/>
          <a:p>
            <a:pPr algn="ctr" defTabSz="41275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026FC5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sz="1600"/>
          </a:p>
        </p:txBody>
      </p:sp>
      <p:sp>
        <p:nvSpPr>
          <p:cNvPr id="82" name="Square"/>
          <p:cNvSpPr/>
          <p:nvPr/>
        </p:nvSpPr>
        <p:spPr>
          <a:xfrm>
            <a:off x="861107" y="4952474"/>
            <a:ext cx="157461" cy="157461"/>
          </a:xfrm>
          <a:prstGeom prst="rect">
            <a:avLst/>
          </a:prstGeom>
          <a:solidFill>
            <a:schemeClr val="accent1"/>
          </a:solidFill>
          <a:ln w="12700">
            <a:miter lim="400000"/>
          </a:ln>
        </p:spPr>
        <p:txBody>
          <a:bodyPr lIns="0" tIns="0" rIns="0" bIns="0" anchor="ctr"/>
          <a:lstStyle/>
          <a:p>
            <a:pPr algn="ctr" defTabSz="41275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026FC5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sz="1600"/>
          </a:p>
        </p:txBody>
      </p:sp>
      <p:sp>
        <p:nvSpPr>
          <p:cNvPr id="31" name="Title Text">
            <a:extLst>
              <a:ext uri="{FF2B5EF4-FFF2-40B4-BE49-F238E27FC236}">
                <a16:creationId xmlns:a16="http://schemas.microsoft.com/office/drawing/2014/main" id="{89FD31ED-4225-F549-987B-028F84979F81}"/>
              </a:ext>
            </a:extLst>
          </p:cNvPr>
          <p:cNvSpPr txBox="1">
            <a:spLocks noGrp="1"/>
          </p:cNvSpPr>
          <p:nvPr>
            <p:ph type="title" hasCustomPrompt="1"/>
          </p:nvPr>
        </p:nvSpPr>
        <p:spPr>
          <a:xfrm>
            <a:off x="1895475" y="3585279"/>
            <a:ext cx="10972801" cy="109182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noAutofit/>
          </a:bodyPr>
          <a:lstStyle>
            <a:lvl1pPr>
              <a:defRPr sz="75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75 </a:t>
            </a:r>
            <a:r>
              <a:rPr lang="en-US" dirty="0" err="1"/>
              <a:t>pt</a:t>
            </a:r>
            <a:r>
              <a:rPr lang="en-US" dirty="0"/>
              <a:t> Intel Clear Light</a:t>
            </a:r>
            <a:endParaRPr dirty="0"/>
          </a:p>
        </p:txBody>
      </p:sp>
      <p:sp>
        <p:nvSpPr>
          <p:cNvPr id="17" name="Text Placeholder 2">
            <a:extLst>
              <a:ext uri="{FF2B5EF4-FFF2-40B4-BE49-F238E27FC236}">
                <a16:creationId xmlns:a16="http://schemas.microsoft.com/office/drawing/2014/main" id="{75379059-B28C-483A-9CD1-B3EB81874AEC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1895475" y="3182315"/>
            <a:ext cx="10296524" cy="304800"/>
          </a:xfrm>
        </p:spPr>
        <p:txBody>
          <a:bodyPr>
            <a:normAutofit/>
          </a:bodyPr>
          <a:lstStyle>
            <a:lvl1pPr marL="0" indent="0">
              <a:buNone/>
              <a:defRPr sz="1600" b="1" i="0">
                <a:solidFill>
                  <a:srgbClr val="00C7FD"/>
                </a:solidFill>
                <a:latin typeface="Intel Clear" panose="020B0604020203020204" pitchFamily="34" charset="0"/>
                <a:ea typeface="Intel Clear" panose="020B0604020203020204" pitchFamily="34" charset="0"/>
                <a:cs typeface="Intel Clear" panose="020B0604020203020204" pitchFamily="34" charset="0"/>
              </a:defRPr>
            </a:lvl1pPr>
          </a:lstStyle>
          <a:p>
            <a:r>
              <a:rPr lang="en-US" dirty="0"/>
              <a:t>16pt Intel Clear Bold Intro:</a:t>
            </a:r>
          </a:p>
        </p:txBody>
      </p:sp>
      <p:sp>
        <p:nvSpPr>
          <p:cNvPr id="18" name="Text Placeholder 6">
            <a:extLst>
              <a:ext uri="{FF2B5EF4-FFF2-40B4-BE49-F238E27FC236}">
                <a16:creationId xmlns:a16="http://schemas.microsoft.com/office/drawing/2014/main" id="{BEFC1083-9176-4B55-B8AB-9F31A213ED26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1908348" y="4778609"/>
            <a:ext cx="10283651" cy="326776"/>
          </a:xfrm>
        </p:spPr>
        <p:txBody>
          <a:bodyPr>
            <a:normAutofit/>
          </a:bodyPr>
          <a:lstStyle>
            <a:lvl1pPr marL="0" indent="0">
              <a:buNone/>
              <a:defRPr sz="1800" b="0" i="0">
                <a:solidFill>
                  <a:schemeClr val="bg1"/>
                </a:solidFill>
                <a:latin typeface="Intel Clear" panose="020B0604020203020204" pitchFamily="34" charset="0"/>
                <a:ea typeface="Intel Clear" panose="020B0604020203020204" pitchFamily="34" charset="0"/>
                <a:cs typeface="Intel Clear" panose="020B0604020203020204" pitchFamily="34" charset="0"/>
              </a:defRPr>
            </a:lvl1pPr>
          </a:lstStyle>
          <a:p>
            <a:r>
              <a:rPr lang="en-US" dirty="0"/>
              <a:t>18pt Intel Clear Subhead, Date, Etc.</a:t>
            </a: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698DF977-78B3-4C00-9E43-1223CD667932}"/>
              </a:ext>
            </a:extLst>
          </p:cNvPr>
          <p:cNvGrpSpPr/>
          <p:nvPr/>
        </p:nvGrpSpPr>
        <p:grpSpPr>
          <a:xfrm>
            <a:off x="1468406" y="5995719"/>
            <a:ext cx="1059754" cy="396801"/>
            <a:chOff x="1314450" y="6391094"/>
            <a:chExt cx="1123377" cy="420623"/>
          </a:xfrm>
        </p:grpSpPr>
        <p:sp>
          <p:nvSpPr>
            <p:cNvPr id="5" name="Freeform: Shape 4">
              <a:extLst>
                <a:ext uri="{FF2B5EF4-FFF2-40B4-BE49-F238E27FC236}">
                  <a16:creationId xmlns:a16="http://schemas.microsoft.com/office/drawing/2014/main" id="{78F73C8D-05B1-4270-85FA-B1FD37A25A06}"/>
                </a:ext>
              </a:extLst>
            </p:cNvPr>
            <p:cNvSpPr/>
            <p:nvPr/>
          </p:nvSpPr>
          <p:spPr>
            <a:xfrm>
              <a:off x="1314450" y="6396809"/>
              <a:ext cx="78581" cy="78581"/>
            </a:xfrm>
            <a:custGeom>
              <a:avLst/>
              <a:gdLst>
                <a:gd name="connsiteX0" fmla="*/ 0 w 78581"/>
                <a:gd name="connsiteY0" fmla="*/ 0 h 78581"/>
                <a:gd name="connsiteX1" fmla="*/ 78581 w 78581"/>
                <a:gd name="connsiteY1" fmla="*/ 0 h 78581"/>
                <a:gd name="connsiteX2" fmla="*/ 78581 w 78581"/>
                <a:gd name="connsiteY2" fmla="*/ 78581 h 78581"/>
                <a:gd name="connsiteX3" fmla="*/ 0 w 78581"/>
                <a:gd name="connsiteY3" fmla="*/ 78581 h 785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8581" h="78581">
                  <a:moveTo>
                    <a:pt x="0" y="0"/>
                  </a:moveTo>
                  <a:lnTo>
                    <a:pt x="78581" y="0"/>
                  </a:lnTo>
                  <a:lnTo>
                    <a:pt x="78581" y="78581"/>
                  </a:lnTo>
                  <a:lnTo>
                    <a:pt x="0" y="78581"/>
                  </a:lnTo>
                  <a:close/>
                </a:path>
              </a:pathLst>
            </a:custGeom>
            <a:solidFill>
              <a:srgbClr val="00B2E3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" name="Freeform: Shape 5">
              <a:extLst>
                <a:ext uri="{FF2B5EF4-FFF2-40B4-BE49-F238E27FC236}">
                  <a16:creationId xmlns:a16="http://schemas.microsoft.com/office/drawing/2014/main" id="{FC6580CA-6E37-4F04-8FAD-D6491FEE8CE6}"/>
                </a:ext>
              </a:extLst>
            </p:cNvPr>
            <p:cNvSpPr/>
            <p:nvPr/>
          </p:nvSpPr>
          <p:spPr>
            <a:xfrm>
              <a:off x="1316545" y="6391094"/>
              <a:ext cx="995171" cy="420623"/>
            </a:xfrm>
            <a:custGeom>
              <a:avLst/>
              <a:gdLst>
                <a:gd name="connsiteX0" fmla="*/ 74486 w 995171"/>
                <a:gd name="connsiteY0" fmla="*/ 131921 h 420623"/>
                <a:gd name="connsiteX1" fmla="*/ 0 w 995171"/>
                <a:gd name="connsiteY1" fmla="*/ 131921 h 420623"/>
                <a:gd name="connsiteX2" fmla="*/ 0 w 995171"/>
                <a:gd name="connsiteY2" fmla="*/ 414719 h 420623"/>
                <a:gd name="connsiteX3" fmla="*/ 74486 w 995171"/>
                <a:gd name="connsiteY3" fmla="*/ 414719 h 420623"/>
                <a:gd name="connsiteX4" fmla="*/ 74486 w 995171"/>
                <a:gd name="connsiteY4" fmla="*/ 131921 h 420623"/>
                <a:gd name="connsiteX5" fmla="*/ 568262 w 995171"/>
                <a:gd name="connsiteY5" fmla="*/ 417576 h 420623"/>
                <a:gd name="connsiteX6" fmla="*/ 568262 w 995171"/>
                <a:gd name="connsiteY6" fmla="*/ 348234 h 420623"/>
                <a:gd name="connsiteX7" fmla="*/ 541306 w 995171"/>
                <a:gd name="connsiteY7" fmla="*/ 346520 h 420623"/>
                <a:gd name="connsiteX8" fmla="*/ 523780 w 995171"/>
                <a:gd name="connsiteY8" fmla="*/ 338804 h 420623"/>
                <a:gd name="connsiteX9" fmla="*/ 516065 w 995171"/>
                <a:gd name="connsiteY9" fmla="*/ 321945 h 420623"/>
                <a:gd name="connsiteX10" fmla="*/ 514350 w 995171"/>
                <a:gd name="connsiteY10" fmla="*/ 294608 h 420623"/>
                <a:gd name="connsiteX11" fmla="*/ 514350 w 995171"/>
                <a:gd name="connsiteY11" fmla="*/ 195644 h 420623"/>
                <a:gd name="connsiteX12" fmla="*/ 568262 w 995171"/>
                <a:gd name="connsiteY12" fmla="*/ 195644 h 420623"/>
                <a:gd name="connsiteX13" fmla="*/ 568262 w 995171"/>
                <a:gd name="connsiteY13" fmla="*/ 131921 h 420623"/>
                <a:gd name="connsiteX14" fmla="*/ 514350 w 995171"/>
                <a:gd name="connsiteY14" fmla="*/ 131921 h 420623"/>
                <a:gd name="connsiteX15" fmla="*/ 514350 w 995171"/>
                <a:gd name="connsiteY15" fmla="*/ 21812 h 420623"/>
                <a:gd name="connsiteX16" fmla="*/ 439865 w 995171"/>
                <a:gd name="connsiteY16" fmla="*/ 21812 h 420623"/>
                <a:gd name="connsiteX17" fmla="*/ 439865 w 995171"/>
                <a:gd name="connsiteY17" fmla="*/ 295180 h 420623"/>
                <a:gd name="connsiteX18" fmla="*/ 445865 w 995171"/>
                <a:gd name="connsiteY18" fmla="*/ 353473 h 420623"/>
                <a:gd name="connsiteX19" fmla="*/ 465677 w 995171"/>
                <a:gd name="connsiteY19" fmla="*/ 391001 h 420623"/>
                <a:gd name="connsiteX20" fmla="*/ 502063 w 995171"/>
                <a:gd name="connsiteY20" fmla="*/ 411385 h 420623"/>
                <a:gd name="connsiteX21" fmla="*/ 558927 w 995171"/>
                <a:gd name="connsiteY21" fmla="*/ 417671 h 420623"/>
                <a:gd name="connsiteX22" fmla="*/ 568262 w 995171"/>
                <a:gd name="connsiteY22" fmla="*/ 417671 h 420623"/>
                <a:gd name="connsiteX23" fmla="*/ 995172 w 995171"/>
                <a:gd name="connsiteY23" fmla="*/ 0 h 420623"/>
                <a:gd name="connsiteX24" fmla="*/ 920687 w 995171"/>
                <a:gd name="connsiteY24" fmla="*/ 0 h 420623"/>
                <a:gd name="connsiteX25" fmla="*/ 920687 w 995171"/>
                <a:gd name="connsiteY25" fmla="*/ 414719 h 420623"/>
                <a:gd name="connsiteX26" fmla="*/ 995172 w 995171"/>
                <a:gd name="connsiteY26" fmla="*/ 414719 h 420623"/>
                <a:gd name="connsiteX27" fmla="*/ 995172 w 995171"/>
                <a:gd name="connsiteY27" fmla="*/ 0 h 420623"/>
                <a:gd name="connsiteX28" fmla="*/ 367951 w 995171"/>
                <a:gd name="connsiteY28" fmla="*/ 159830 h 420623"/>
                <a:gd name="connsiteX29" fmla="*/ 281273 w 995171"/>
                <a:gd name="connsiteY29" fmla="*/ 126206 h 420623"/>
                <a:gd name="connsiteX30" fmla="*/ 232410 w 995171"/>
                <a:gd name="connsiteY30" fmla="*/ 137065 h 420623"/>
                <a:gd name="connsiteX31" fmla="*/ 195358 w 995171"/>
                <a:gd name="connsiteY31" fmla="*/ 167259 h 420623"/>
                <a:gd name="connsiteX32" fmla="*/ 191262 w 995171"/>
                <a:gd name="connsiteY32" fmla="*/ 172498 h 420623"/>
                <a:gd name="connsiteX33" fmla="*/ 191262 w 995171"/>
                <a:gd name="connsiteY33" fmla="*/ 167831 h 420623"/>
                <a:gd name="connsiteX34" fmla="*/ 191262 w 995171"/>
                <a:gd name="connsiteY34" fmla="*/ 132017 h 420623"/>
                <a:gd name="connsiteX35" fmla="*/ 117920 w 995171"/>
                <a:gd name="connsiteY35" fmla="*/ 132017 h 420623"/>
                <a:gd name="connsiteX36" fmla="*/ 117920 w 995171"/>
                <a:gd name="connsiteY36" fmla="*/ 414814 h 420623"/>
                <a:gd name="connsiteX37" fmla="*/ 191929 w 995171"/>
                <a:gd name="connsiteY37" fmla="*/ 414814 h 420623"/>
                <a:gd name="connsiteX38" fmla="*/ 191929 w 995171"/>
                <a:gd name="connsiteY38" fmla="*/ 264128 h 420623"/>
                <a:gd name="connsiteX39" fmla="*/ 192024 w 995171"/>
                <a:gd name="connsiteY39" fmla="*/ 274606 h 420623"/>
                <a:gd name="connsiteX40" fmla="*/ 192119 w 995171"/>
                <a:gd name="connsiteY40" fmla="*/ 269558 h 420623"/>
                <a:gd name="connsiteX41" fmla="*/ 211741 w 995171"/>
                <a:gd name="connsiteY41" fmla="*/ 210884 h 420623"/>
                <a:gd name="connsiteX42" fmla="*/ 258985 w 995171"/>
                <a:gd name="connsiteY42" fmla="*/ 190786 h 420623"/>
                <a:gd name="connsiteX43" fmla="*/ 307753 w 995171"/>
                <a:gd name="connsiteY43" fmla="*/ 210407 h 420623"/>
                <a:gd name="connsiteX44" fmla="*/ 323945 w 995171"/>
                <a:gd name="connsiteY44" fmla="*/ 264605 h 420623"/>
                <a:gd name="connsiteX45" fmla="*/ 323945 w 995171"/>
                <a:gd name="connsiteY45" fmla="*/ 264605 h 420623"/>
                <a:gd name="connsiteX46" fmla="*/ 323945 w 995171"/>
                <a:gd name="connsiteY46" fmla="*/ 265176 h 420623"/>
                <a:gd name="connsiteX47" fmla="*/ 323945 w 995171"/>
                <a:gd name="connsiteY47" fmla="*/ 265271 h 420623"/>
                <a:gd name="connsiteX48" fmla="*/ 323945 w 995171"/>
                <a:gd name="connsiteY48" fmla="*/ 414814 h 420623"/>
                <a:gd name="connsiteX49" fmla="*/ 399098 w 995171"/>
                <a:gd name="connsiteY49" fmla="*/ 414814 h 420623"/>
                <a:gd name="connsiteX50" fmla="*/ 399098 w 995171"/>
                <a:gd name="connsiteY50" fmla="*/ 254222 h 420623"/>
                <a:gd name="connsiteX51" fmla="*/ 367951 w 995171"/>
                <a:gd name="connsiteY51" fmla="*/ 159830 h 420623"/>
                <a:gd name="connsiteX52" fmla="*/ 881825 w 995171"/>
                <a:gd name="connsiteY52" fmla="*/ 272796 h 420623"/>
                <a:gd name="connsiteX53" fmla="*/ 871061 w 995171"/>
                <a:gd name="connsiteY53" fmla="*/ 215646 h 420623"/>
                <a:gd name="connsiteX54" fmla="*/ 841057 w 995171"/>
                <a:gd name="connsiteY54" fmla="*/ 168974 h 420623"/>
                <a:gd name="connsiteX55" fmla="*/ 794957 w 995171"/>
                <a:gd name="connsiteY55" fmla="*/ 137636 h 420623"/>
                <a:gd name="connsiteX56" fmla="*/ 735806 w 995171"/>
                <a:gd name="connsiteY56" fmla="*/ 126302 h 420623"/>
                <a:gd name="connsiteX57" fmla="*/ 678371 w 995171"/>
                <a:gd name="connsiteY57" fmla="*/ 137922 h 420623"/>
                <a:gd name="connsiteX58" fmla="*/ 631698 w 995171"/>
                <a:gd name="connsiteY58" fmla="*/ 169355 h 420623"/>
                <a:gd name="connsiteX59" fmla="*/ 600266 w 995171"/>
                <a:gd name="connsiteY59" fmla="*/ 216027 h 420623"/>
                <a:gd name="connsiteX60" fmla="*/ 588645 w 995171"/>
                <a:gd name="connsiteY60" fmla="*/ 273463 h 420623"/>
                <a:gd name="connsiteX61" fmla="*/ 599694 w 995171"/>
                <a:gd name="connsiteY61" fmla="*/ 330899 h 420623"/>
                <a:gd name="connsiteX62" fmla="*/ 630269 w 995171"/>
                <a:gd name="connsiteY62" fmla="*/ 377571 h 420623"/>
                <a:gd name="connsiteX63" fmla="*/ 677513 w 995171"/>
                <a:gd name="connsiteY63" fmla="*/ 409004 h 420623"/>
                <a:gd name="connsiteX64" fmla="*/ 738092 w 995171"/>
                <a:gd name="connsiteY64" fmla="*/ 420624 h 420623"/>
                <a:gd name="connsiteX65" fmla="*/ 863918 w 995171"/>
                <a:gd name="connsiteY65" fmla="*/ 365093 h 420623"/>
                <a:gd name="connsiteX66" fmla="*/ 810292 w 995171"/>
                <a:gd name="connsiteY66" fmla="*/ 324231 h 420623"/>
                <a:gd name="connsiteX67" fmla="*/ 738664 w 995171"/>
                <a:gd name="connsiteY67" fmla="*/ 355854 h 420623"/>
                <a:gd name="connsiteX68" fmla="*/ 687229 w 995171"/>
                <a:gd name="connsiteY68" fmla="*/ 341376 h 420623"/>
                <a:gd name="connsiteX69" fmla="*/ 660368 w 995171"/>
                <a:gd name="connsiteY69" fmla="*/ 302133 h 420623"/>
                <a:gd name="connsiteX70" fmla="*/ 659606 w 995171"/>
                <a:gd name="connsiteY70" fmla="*/ 299466 h 420623"/>
                <a:gd name="connsiteX71" fmla="*/ 881825 w 995171"/>
                <a:gd name="connsiteY71" fmla="*/ 299466 h 420623"/>
                <a:gd name="connsiteX72" fmla="*/ 881825 w 995171"/>
                <a:gd name="connsiteY72" fmla="*/ 272796 h 420623"/>
                <a:gd name="connsiteX73" fmla="*/ 660368 w 995171"/>
                <a:gd name="connsiteY73" fmla="*/ 246793 h 420623"/>
                <a:gd name="connsiteX74" fmla="*/ 735330 w 995171"/>
                <a:gd name="connsiteY74" fmla="*/ 189929 h 420623"/>
                <a:gd name="connsiteX75" fmla="*/ 810387 w 995171"/>
                <a:gd name="connsiteY75" fmla="*/ 246698 h 420623"/>
                <a:gd name="connsiteX76" fmla="*/ 660368 w 995171"/>
                <a:gd name="connsiteY76" fmla="*/ 246793 h 4206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</a:cxnLst>
              <a:rect l="l" t="t" r="r" b="b"/>
              <a:pathLst>
                <a:path w="995171" h="420623">
                  <a:moveTo>
                    <a:pt x="74486" y="131921"/>
                  </a:moveTo>
                  <a:lnTo>
                    <a:pt x="0" y="131921"/>
                  </a:lnTo>
                  <a:lnTo>
                    <a:pt x="0" y="414719"/>
                  </a:lnTo>
                  <a:lnTo>
                    <a:pt x="74486" y="414719"/>
                  </a:lnTo>
                  <a:lnTo>
                    <a:pt x="74486" y="131921"/>
                  </a:lnTo>
                  <a:close/>
                  <a:moveTo>
                    <a:pt x="568262" y="417576"/>
                  </a:moveTo>
                  <a:lnTo>
                    <a:pt x="568262" y="348234"/>
                  </a:lnTo>
                  <a:cubicBezTo>
                    <a:pt x="557308" y="348139"/>
                    <a:pt x="548259" y="347567"/>
                    <a:pt x="541306" y="346520"/>
                  </a:cubicBezTo>
                  <a:cubicBezTo>
                    <a:pt x="533591" y="345281"/>
                    <a:pt x="527685" y="342710"/>
                    <a:pt x="523780" y="338804"/>
                  </a:cubicBezTo>
                  <a:cubicBezTo>
                    <a:pt x="519875" y="334899"/>
                    <a:pt x="517303" y="329184"/>
                    <a:pt x="516065" y="321945"/>
                  </a:cubicBezTo>
                  <a:cubicBezTo>
                    <a:pt x="514922" y="314992"/>
                    <a:pt x="514350" y="305753"/>
                    <a:pt x="514350" y="294608"/>
                  </a:cubicBezTo>
                  <a:lnTo>
                    <a:pt x="514350" y="195644"/>
                  </a:lnTo>
                  <a:lnTo>
                    <a:pt x="568262" y="195644"/>
                  </a:lnTo>
                  <a:lnTo>
                    <a:pt x="568262" y="131921"/>
                  </a:lnTo>
                  <a:lnTo>
                    <a:pt x="514350" y="131921"/>
                  </a:lnTo>
                  <a:lnTo>
                    <a:pt x="514350" y="21812"/>
                  </a:lnTo>
                  <a:lnTo>
                    <a:pt x="439865" y="21812"/>
                  </a:lnTo>
                  <a:lnTo>
                    <a:pt x="439865" y="295180"/>
                  </a:lnTo>
                  <a:cubicBezTo>
                    <a:pt x="439865" y="318230"/>
                    <a:pt x="441865" y="337852"/>
                    <a:pt x="445865" y="353473"/>
                  </a:cubicBezTo>
                  <a:cubicBezTo>
                    <a:pt x="449771" y="368903"/>
                    <a:pt x="456438" y="381572"/>
                    <a:pt x="465677" y="391001"/>
                  </a:cubicBezTo>
                  <a:cubicBezTo>
                    <a:pt x="474917" y="400431"/>
                    <a:pt x="487204" y="407289"/>
                    <a:pt x="502063" y="411385"/>
                  </a:cubicBezTo>
                  <a:cubicBezTo>
                    <a:pt x="517112" y="415481"/>
                    <a:pt x="536258" y="417671"/>
                    <a:pt x="558927" y="417671"/>
                  </a:cubicBezTo>
                  <a:lnTo>
                    <a:pt x="568262" y="417671"/>
                  </a:lnTo>
                  <a:close/>
                  <a:moveTo>
                    <a:pt x="995172" y="0"/>
                  </a:moveTo>
                  <a:lnTo>
                    <a:pt x="920687" y="0"/>
                  </a:lnTo>
                  <a:lnTo>
                    <a:pt x="920687" y="414719"/>
                  </a:lnTo>
                  <a:lnTo>
                    <a:pt x="995172" y="414719"/>
                  </a:lnTo>
                  <a:lnTo>
                    <a:pt x="995172" y="0"/>
                  </a:lnTo>
                  <a:close/>
                  <a:moveTo>
                    <a:pt x="367951" y="159830"/>
                  </a:moveTo>
                  <a:cubicBezTo>
                    <a:pt x="347282" y="137541"/>
                    <a:pt x="318135" y="126206"/>
                    <a:pt x="281273" y="126206"/>
                  </a:cubicBezTo>
                  <a:cubicBezTo>
                    <a:pt x="263462" y="126206"/>
                    <a:pt x="247079" y="129921"/>
                    <a:pt x="232410" y="137065"/>
                  </a:cubicBezTo>
                  <a:cubicBezTo>
                    <a:pt x="217742" y="144304"/>
                    <a:pt x="205264" y="154496"/>
                    <a:pt x="195358" y="167259"/>
                  </a:cubicBezTo>
                  <a:lnTo>
                    <a:pt x="191262" y="172498"/>
                  </a:lnTo>
                  <a:lnTo>
                    <a:pt x="191262" y="167831"/>
                  </a:lnTo>
                  <a:lnTo>
                    <a:pt x="191262" y="132017"/>
                  </a:lnTo>
                  <a:lnTo>
                    <a:pt x="117920" y="132017"/>
                  </a:lnTo>
                  <a:lnTo>
                    <a:pt x="117920" y="414814"/>
                  </a:lnTo>
                  <a:lnTo>
                    <a:pt x="191929" y="414814"/>
                  </a:lnTo>
                  <a:lnTo>
                    <a:pt x="191929" y="264128"/>
                  </a:lnTo>
                  <a:lnTo>
                    <a:pt x="192024" y="274606"/>
                  </a:lnTo>
                  <a:cubicBezTo>
                    <a:pt x="192024" y="272891"/>
                    <a:pt x="192024" y="271177"/>
                    <a:pt x="192119" y="269558"/>
                  </a:cubicBezTo>
                  <a:cubicBezTo>
                    <a:pt x="192881" y="243173"/>
                    <a:pt x="199454" y="223456"/>
                    <a:pt x="211741" y="210884"/>
                  </a:cubicBezTo>
                  <a:cubicBezTo>
                    <a:pt x="224790" y="197549"/>
                    <a:pt x="240697" y="190786"/>
                    <a:pt x="258985" y="190786"/>
                  </a:cubicBezTo>
                  <a:cubicBezTo>
                    <a:pt x="280511" y="190786"/>
                    <a:pt x="296894" y="197358"/>
                    <a:pt x="307753" y="210407"/>
                  </a:cubicBezTo>
                  <a:cubicBezTo>
                    <a:pt x="318421" y="223171"/>
                    <a:pt x="323850" y="241364"/>
                    <a:pt x="323945" y="264605"/>
                  </a:cubicBezTo>
                  <a:lnTo>
                    <a:pt x="323945" y="264605"/>
                  </a:lnTo>
                  <a:lnTo>
                    <a:pt x="323945" y="265176"/>
                  </a:lnTo>
                  <a:lnTo>
                    <a:pt x="323945" y="265271"/>
                  </a:lnTo>
                  <a:lnTo>
                    <a:pt x="323945" y="414814"/>
                  </a:lnTo>
                  <a:lnTo>
                    <a:pt x="399098" y="414814"/>
                  </a:lnTo>
                  <a:lnTo>
                    <a:pt x="399098" y="254222"/>
                  </a:lnTo>
                  <a:cubicBezTo>
                    <a:pt x="399193" y="213931"/>
                    <a:pt x="388620" y="182118"/>
                    <a:pt x="367951" y="159830"/>
                  </a:cubicBezTo>
                  <a:moveTo>
                    <a:pt x="881825" y="272796"/>
                  </a:moveTo>
                  <a:cubicBezTo>
                    <a:pt x="881825" y="252508"/>
                    <a:pt x="878205" y="233267"/>
                    <a:pt x="871061" y="215646"/>
                  </a:cubicBezTo>
                  <a:cubicBezTo>
                    <a:pt x="863918" y="198025"/>
                    <a:pt x="853821" y="182309"/>
                    <a:pt x="841057" y="168974"/>
                  </a:cubicBezTo>
                  <a:cubicBezTo>
                    <a:pt x="828294" y="155639"/>
                    <a:pt x="812768" y="145066"/>
                    <a:pt x="794957" y="137636"/>
                  </a:cubicBezTo>
                  <a:cubicBezTo>
                    <a:pt x="777145" y="130112"/>
                    <a:pt x="757238" y="126302"/>
                    <a:pt x="735806" y="126302"/>
                  </a:cubicBezTo>
                  <a:cubicBezTo>
                    <a:pt x="715518" y="126302"/>
                    <a:pt x="696182" y="130207"/>
                    <a:pt x="678371" y="137922"/>
                  </a:cubicBezTo>
                  <a:cubicBezTo>
                    <a:pt x="660559" y="145637"/>
                    <a:pt x="644843" y="156210"/>
                    <a:pt x="631698" y="169355"/>
                  </a:cubicBezTo>
                  <a:cubicBezTo>
                    <a:pt x="618554" y="182499"/>
                    <a:pt x="607981" y="198215"/>
                    <a:pt x="600266" y="216027"/>
                  </a:cubicBezTo>
                  <a:cubicBezTo>
                    <a:pt x="592550" y="233839"/>
                    <a:pt x="588645" y="253175"/>
                    <a:pt x="588645" y="273463"/>
                  </a:cubicBezTo>
                  <a:cubicBezTo>
                    <a:pt x="588645" y="293751"/>
                    <a:pt x="592360" y="313087"/>
                    <a:pt x="599694" y="330899"/>
                  </a:cubicBezTo>
                  <a:cubicBezTo>
                    <a:pt x="607028" y="348710"/>
                    <a:pt x="617315" y="364426"/>
                    <a:pt x="630269" y="377571"/>
                  </a:cubicBezTo>
                  <a:cubicBezTo>
                    <a:pt x="643223" y="390716"/>
                    <a:pt x="659130" y="401288"/>
                    <a:pt x="677513" y="409004"/>
                  </a:cubicBezTo>
                  <a:cubicBezTo>
                    <a:pt x="695897" y="416719"/>
                    <a:pt x="716280" y="420624"/>
                    <a:pt x="738092" y="420624"/>
                  </a:cubicBezTo>
                  <a:cubicBezTo>
                    <a:pt x="801148" y="420624"/>
                    <a:pt x="840391" y="391954"/>
                    <a:pt x="863918" y="365093"/>
                  </a:cubicBezTo>
                  <a:lnTo>
                    <a:pt x="810292" y="324231"/>
                  </a:lnTo>
                  <a:cubicBezTo>
                    <a:pt x="798957" y="337661"/>
                    <a:pt x="772192" y="355854"/>
                    <a:pt x="738664" y="355854"/>
                  </a:cubicBezTo>
                  <a:cubicBezTo>
                    <a:pt x="717614" y="355854"/>
                    <a:pt x="700373" y="350996"/>
                    <a:pt x="687229" y="341376"/>
                  </a:cubicBezTo>
                  <a:cubicBezTo>
                    <a:pt x="674084" y="331756"/>
                    <a:pt x="665036" y="318611"/>
                    <a:pt x="660368" y="302133"/>
                  </a:cubicBezTo>
                  <a:lnTo>
                    <a:pt x="659606" y="299466"/>
                  </a:lnTo>
                  <a:lnTo>
                    <a:pt x="881825" y="299466"/>
                  </a:lnTo>
                  <a:lnTo>
                    <a:pt x="881825" y="272796"/>
                  </a:lnTo>
                  <a:close/>
                  <a:moveTo>
                    <a:pt x="660368" y="246793"/>
                  </a:moveTo>
                  <a:cubicBezTo>
                    <a:pt x="660368" y="226124"/>
                    <a:pt x="684086" y="189929"/>
                    <a:pt x="735330" y="189929"/>
                  </a:cubicBezTo>
                  <a:cubicBezTo>
                    <a:pt x="786575" y="189929"/>
                    <a:pt x="810387" y="226028"/>
                    <a:pt x="810387" y="246698"/>
                  </a:cubicBezTo>
                  <a:lnTo>
                    <a:pt x="660368" y="246793"/>
                  </a:ln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" name="Freeform: Shape 6">
              <a:extLst>
                <a:ext uri="{FF2B5EF4-FFF2-40B4-BE49-F238E27FC236}">
                  <a16:creationId xmlns:a16="http://schemas.microsoft.com/office/drawing/2014/main" id="{1C614C49-972F-498A-9654-844CECF9AF64}"/>
                </a:ext>
              </a:extLst>
            </p:cNvPr>
            <p:cNvSpPr/>
            <p:nvPr/>
          </p:nvSpPr>
          <p:spPr>
            <a:xfrm>
              <a:off x="2358770" y="6728469"/>
              <a:ext cx="79057" cy="79057"/>
            </a:xfrm>
            <a:custGeom>
              <a:avLst/>
              <a:gdLst>
                <a:gd name="connsiteX0" fmla="*/ 39529 w 79057"/>
                <a:gd name="connsiteY0" fmla="*/ 5620 h 79057"/>
                <a:gd name="connsiteX1" fmla="*/ 73438 w 79057"/>
                <a:gd name="connsiteY1" fmla="*/ 39529 h 79057"/>
                <a:gd name="connsiteX2" fmla="*/ 39529 w 79057"/>
                <a:gd name="connsiteY2" fmla="*/ 73438 h 79057"/>
                <a:gd name="connsiteX3" fmla="*/ 5620 w 79057"/>
                <a:gd name="connsiteY3" fmla="*/ 39529 h 79057"/>
                <a:gd name="connsiteX4" fmla="*/ 39529 w 79057"/>
                <a:gd name="connsiteY4" fmla="*/ 5620 h 79057"/>
                <a:gd name="connsiteX5" fmla="*/ 39529 w 79057"/>
                <a:gd name="connsiteY5" fmla="*/ 0 h 79057"/>
                <a:gd name="connsiteX6" fmla="*/ 0 w 79057"/>
                <a:gd name="connsiteY6" fmla="*/ 39529 h 79057"/>
                <a:gd name="connsiteX7" fmla="*/ 39529 w 79057"/>
                <a:gd name="connsiteY7" fmla="*/ 79058 h 79057"/>
                <a:gd name="connsiteX8" fmla="*/ 79058 w 79057"/>
                <a:gd name="connsiteY8" fmla="*/ 39529 h 79057"/>
                <a:gd name="connsiteX9" fmla="*/ 39529 w 79057"/>
                <a:gd name="connsiteY9" fmla="*/ 0 h 790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79057" h="79057">
                  <a:moveTo>
                    <a:pt x="39529" y="5620"/>
                  </a:moveTo>
                  <a:cubicBezTo>
                    <a:pt x="58198" y="5620"/>
                    <a:pt x="73438" y="20860"/>
                    <a:pt x="73438" y="39529"/>
                  </a:cubicBezTo>
                  <a:cubicBezTo>
                    <a:pt x="73438" y="58198"/>
                    <a:pt x="58198" y="73438"/>
                    <a:pt x="39529" y="73438"/>
                  </a:cubicBezTo>
                  <a:cubicBezTo>
                    <a:pt x="20860" y="73438"/>
                    <a:pt x="5620" y="58198"/>
                    <a:pt x="5620" y="39529"/>
                  </a:cubicBezTo>
                  <a:cubicBezTo>
                    <a:pt x="5620" y="20860"/>
                    <a:pt x="20860" y="5620"/>
                    <a:pt x="39529" y="5620"/>
                  </a:cubicBezTo>
                  <a:moveTo>
                    <a:pt x="39529" y="0"/>
                  </a:moveTo>
                  <a:cubicBezTo>
                    <a:pt x="17717" y="0"/>
                    <a:pt x="0" y="17717"/>
                    <a:pt x="0" y="39529"/>
                  </a:cubicBezTo>
                  <a:cubicBezTo>
                    <a:pt x="0" y="61341"/>
                    <a:pt x="17717" y="79058"/>
                    <a:pt x="39529" y="79058"/>
                  </a:cubicBezTo>
                  <a:cubicBezTo>
                    <a:pt x="61341" y="79058"/>
                    <a:pt x="79058" y="61341"/>
                    <a:pt x="79058" y="39529"/>
                  </a:cubicBezTo>
                  <a:cubicBezTo>
                    <a:pt x="79058" y="17717"/>
                    <a:pt x="61341" y="0"/>
                    <a:pt x="39529" y="0"/>
                  </a:cubicBezTo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" name="Freeform: Shape 7">
              <a:extLst>
                <a:ext uri="{FF2B5EF4-FFF2-40B4-BE49-F238E27FC236}">
                  <a16:creationId xmlns:a16="http://schemas.microsoft.com/office/drawing/2014/main" id="{922EBBE0-933B-4A65-BAAC-DC5972E3F9A4}"/>
                </a:ext>
              </a:extLst>
            </p:cNvPr>
            <p:cNvSpPr/>
            <p:nvPr/>
          </p:nvSpPr>
          <p:spPr>
            <a:xfrm>
              <a:off x="2384869" y="6748090"/>
              <a:ext cx="30765" cy="39528"/>
            </a:xfrm>
            <a:custGeom>
              <a:avLst/>
              <a:gdLst>
                <a:gd name="connsiteX0" fmla="*/ 16383 w 30765"/>
                <a:gd name="connsiteY0" fmla="*/ 95 h 39528"/>
                <a:gd name="connsiteX1" fmla="*/ 23051 w 30765"/>
                <a:gd name="connsiteY1" fmla="*/ 1715 h 39528"/>
                <a:gd name="connsiteX2" fmla="*/ 27718 w 30765"/>
                <a:gd name="connsiteY2" fmla="*/ 6191 h 39528"/>
                <a:gd name="connsiteX3" fmla="*/ 29337 w 30765"/>
                <a:gd name="connsiteY3" fmla="*/ 12478 h 39528"/>
                <a:gd name="connsiteX4" fmla="*/ 27146 w 30765"/>
                <a:gd name="connsiteY4" fmla="*/ 19622 h 39528"/>
                <a:gd name="connsiteX5" fmla="*/ 21812 w 30765"/>
                <a:gd name="connsiteY5" fmla="*/ 23717 h 39528"/>
                <a:gd name="connsiteX6" fmla="*/ 30766 w 30765"/>
                <a:gd name="connsiteY6" fmla="*/ 39529 h 39528"/>
                <a:gd name="connsiteX7" fmla="*/ 23717 w 30765"/>
                <a:gd name="connsiteY7" fmla="*/ 39529 h 39528"/>
                <a:gd name="connsiteX8" fmla="*/ 15526 w 30765"/>
                <a:gd name="connsiteY8" fmla="*/ 24860 h 39528"/>
                <a:gd name="connsiteX9" fmla="*/ 6191 w 30765"/>
                <a:gd name="connsiteY9" fmla="*/ 24860 h 39528"/>
                <a:gd name="connsiteX10" fmla="*/ 6191 w 30765"/>
                <a:gd name="connsiteY10" fmla="*/ 39529 h 39528"/>
                <a:gd name="connsiteX11" fmla="*/ 0 w 30765"/>
                <a:gd name="connsiteY11" fmla="*/ 39529 h 39528"/>
                <a:gd name="connsiteX12" fmla="*/ 0 w 30765"/>
                <a:gd name="connsiteY12" fmla="*/ 0 h 39528"/>
                <a:gd name="connsiteX13" fmla="*/ 16383 w 30765"/>
                <a:gd name="connsiteY13" fmla="*/ 0 h 39528"/>
                <a:gd name="connsiteX14" fmla="*/ 16383 w 30765"/>
                <a:gd name="connsiteY14" fmla="*/ 19336 h 39528"/>
                <a:gd name="connsiteX15" fmla="*/ 19907 w 30765"/>
                <a:gd name="connsiteY15" fmla="*/ 18478 h 39528"/>
                <a:gd name="connsiteX16" fmla="*/ 22289 w 30765"/>
                <a:gd name="connsiteY16" fmla="*/ 16097 h 39528"/>
                <a:gd name="connsiteX17" fmla="*/ 23146 w 30765"/>
                <a:gd name="connsiteY17" fmla="*/ 12573 h 39528"/>
                <a:gd name="connsiteX18" fmla="*/ 22289 w 30765"/>
                <a:gd name="connsiteY18" fmla="*/ 9049 h 39528"/>
                <a:gd name="connsiteX19" fmla="*/ 19907 w 30765"/>
                <a:gd name="connsiteY19" fmla="*/ 6668 h 39528"/>
                <a:gd name="connsiteX20" fmla="*/ 16383 w 30765"/>
                <a:gd name="connsiteY20" fmla="*/ 5810 h 39528"/>
                <a:gd name="connsiteX21" fmla="*/ 6191 w 30765"/>
                <a:gd name="connsiteY21" fmla="*/ 5810 h 39528"/>
                <a:gd name="connsiteX22" fmla="*/ 6191 w 30765"/>
                <a:gd name="connsiteY22" fmla="*/ 19336 h 39528"/>
                <a:gd name="connsiteX23" fmla="*/ 16383 w 30765"/>
                <a:gd name="connsiteY23" fmla="*/ 19336 h 395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30765" h="39528">
                  <a:moveTo>
                    <a:pt x="16383" y="95"/>
                  </a:moveTo>
                  <a:cubicBezTo>
                    <a:pt x="18860" y="95"/>
                    <a:pt x="21050" y="667"/>
                    <a:pt x="23051" y="1715"/>
                  </a:cubicBezTo>
                  <a:cubicBezTo>
                    <a:pt x="25051" y="2762"/>
                    <a:pt x="26575" y="4286"/>
                    <a:pt x="27718" y="6191"/>
                  </a:cubicBezTo>
                  <a:cubicBezTo>
                    <a:pt x="28861" y="8096"/>
                    <a:pt x="29337" y="10192"/>
                    <a:pt x="29337" y="12478"/>
                  </a:cubicBezTo>
                  <a:cubicBezTo>
                    <a:pt x="29337" y="15335"/>
                    <a:pt x="28575" y="17717"/>
                    <a:pt x="27146" y="19622"/>
                  </a:cubicBezTo>
                  <a:cubicBezTo>
                    <a:pt x="25718" y="21527"/>
                    <a:pt x="23908" y="22860"/>
                    <a:pt x="21812" y="23717"/>
                  </a:cubicBezTo>
                  <a:lnTo>
                    <a:pt x="30766" y="39529"/>
                  </a:lnTo>
                  <a:lnTo>
                    <a:pt x="23717" y="39529"/>
                  </a:lnTo>
                  <a:lnTo>
                    <a:pt x="15526" y="24860"/>
                  </a:lnTo>
                  <a:lnTo>
                    <a:pt x="6191" y="24860"/>
                  </a:lnTo>
                  <a:lnTo>
                    <a:pt x="6191" y="39529"/>
                  </a:lnTo>
                  <a:lnTo>
                    <a:pt x="0" y="39529"/>
                  </a:lnTo>
                  <a:lnTo>
                    <a:pt x="0" y="0"/>
                  </a:lnTo>
                  <a:lnTo>
                    <a:pt x="16383" y="0"/>
                  </a:lnTo>
                  <a:close/>
                  <a:moveTo>
                    <a:pt x="16383" y="19336"/>
                  </a:moveTo>
                  <a:cubicBezTo>
                    <a:pt x="17717" y="19336"/>
                    <a:pt x="18860" y="19050"/>
                    <a:pt x="19907" y="18478"/>
                  </a:cubicBezTo>
                  <a:cubicBezTo>
                    <a:pt x="20955" y="17907"/>
                    <a:pt x="21717" y="17050"/>
                    <a:pt x="22289" y="16097"/>
                  </a:cubicBezTo>
                  <a:cubicBezTo>
                    <a:pt x="22860" y="15050"/>
                    <a:pt x="23146" y="13906"/>
                    <a:pt x="23146" y="12573"/>
                  </a:cubicBezTo>
                  <a:cubicBezTo>
                    <a:pt x="23146" y="11240"/>
                    <a:pt x="22860" y="10097"/>
                    <a:pt x="22289" y="9049"/>
                  </a:cubicBezTo>
                  <a:cubicBezTo>
                    <a:pt x="21717" y="8001"/>
                    <a:pt x="20860" y="7239"/>
                    <a:pt x="19907" y="6668"/>
                  </a:cubicBezTo>
                  <a:cubicBezTo>
                    <a:pt x="18860" y="6096"/>
                    <a:pt x="17717" y="5810"/>
                    <a:pt x="16383" y="5810"/>
                  </a:cubicBezTo>
                  <a:lnTo>
                    <a:pt x="6191" y="5810"/>
                  </a:lnTo>
                  <a:lnTo>
                    <a:pt x="6191" y="19336"/>
                  </a:lnTo>
                  <a:lnTo>
                    <a:pt x="16383" y="19336"/>
                  </a:ln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161388868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1_Title Blue B">
    <p:bg>
      <p:bgPr>
        <a:solidFill>
          <a:srgbClr val="184A8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Rectangle"/>
          <p:cNvSpPr/>
          <p:nvPr/>
        </p:nvSpPr>
        <p:spPr>
          <a:xfrm>
            <a:off x="1469360" y="0"/>
            <a:ext cx="3430768" cy="5393161"/>
          </a:xfrm>
          <a:prstGeom prst="rect">
            <a:avLst/>
          </a:prstGeom>
          <a:solidFill>
            <a:schemeClr val="accent1"/>
          </a:solidFill>
          <a:ln w="12700">
            <a:miter lim="400000"/>
          </a:ln>
        </p:spPr>
        <p:txBody>
          <a:bodyPr lIns="0" tIns="0" rIns="0" bIns="0" anchor="ctr"/>
          <a:lstStyle/>
          <a:p>
            <a:pPr algn="ctr" defTabSz="41275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sz="1600"/>
          </a:p>
        </p:txBody>
      </p:sp>
      <p:sp>
        <p:nvSpPr>
          <p:cNvPr id="16" name="Text Placeholder 2">
            <a:extLst>
              <a:ext uri="{FF2B5EF4-FFF2-40B4-BE49-F238E27FC236}">
                <a16:creationId xmlns:a16="http://schemas.microsoft.com/office/drawing/2014/main" id="{6E706504-BEDA-1441-8BC1-243269FBBCB8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1895475" y="3182315"/>
            <a:ext cx="10296524" cy="304800"/>
          </a:xfrm>
        </p:spPr>
        <p:txBody>
          <a:bodyPr>
            <a:normAutofit/>
          </a:bodyPr>
          <a:lstStyle>
            <a:lvl1pPr marL="0" indent="0">
              <a:buNone/>
              <a:defRPr sz="1600" b="1" i="0">
                <a:solidFill>
                  <a:srgbClr val="00C7FD"/>
                </a:solidFill>
                <a:latin typeface="Intel Clear" panose="020B0604020203020204" pitchFamily="34" charset="0"/>
                <a:ea typeface="Intel Clear" panose="020B0604020203020204" pitchFamily="34" charset="0"/>
                <a:cs typeface="Intel Clear" panose="020B0604020203020204" pitchFamily="34" charset="0"/>
              </a:defRPr>
            </a:lvl1pPr>
          </a:lstStyle>
          <a:p>
            <a:r>
              <a:rPr lang="en-US" dirty="0"/>
              <a:t>16pt Intel Clear Bold Intro:</a:t>
            </a:r>
          </a:p>
        </p:txBody>
      </p:sp>
      <p:sp>
        <p:nvSpPr>
          <p:cNvPr id="31" name="Title Text">
            <a:extLst>
              <a:ext uri="{FF2B5EF4-FFF2-40B4-BE49-F238E27FC236}">
                <a16:creationId xmlns:a16="http://schemas.microsoft.com/office/drawing/2014/main" id="{89FD31ED-4225-F549-987B-028F84979F81}"/>
              </a:ext>
            </a:extLst>
          </p:cNvPr>
          <p:cNvSpPr txBox="1">
            <a:spLocks noGrp="1"/>
          </p:cNvSpPr>
          <p:nvPr>
            <p:ph type="title" hasCustomPrompt="1"/>
          </p:nvPr>
        </p:nvSpPr>
        <p:spPr>
          <a:xfrm>
            <a:off x="1895475" y="3585279"/>
            <a:ext cx="10972801" cy="109182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noAutofit/>
          </a:bodyPr>
          <a:lstStyle>
            <a:lvl1pPr>
              <a:defRPr sz="75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75 </a:t>
            </a:r>
            <a:r>
              <a:rPr lang="en-US" dirty="0" err="1"/>
              <a:t>pt</a:t>
            </a:r>
            <a:r>
              <a:rPr lang="en-US" dirty="0"/>
              <a:t> Intel Clear Light</a:t>
            </a:r>
            <a:endParaRPr dirty="0"/>
          </a:p>
        </p:txBody>
      </p:sp>
      <p:sp>
        <p:nvSpPr>
          <p:cNvPr id="21" name="Text Placeholder 6">
            <a:extLst>
              <a:ext uri="{FF2B5EF4-FFF2-40B4-BE49-F238E27FC236}">
                <a16:creationId xmlns:a16="http://schemas.microsoft.com/office/drawing/2014/main" id="{71E0DDC0-B435-4D0B-837E-0E27121099BC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1908348" y="4778609"/>
            <a:ext cx="10283651" cy="326776"/>
          </a:xfrm>
        </p:spPr>
        <p:txBody>
          <a:bodyPr>
            <a:normAutofit/>
          </a:bodyPr>
          <a:lstStyle>
            <a:lvl1pPr marL="0" indent="0">
              <a:buNone/>
              <a:defRPr sz="1800" b="0" i="0">
                <a:solidFill>
                  <a:schemeClr val="bg1"/>
                </a:solidFill>
                <a:latin typeface="Intel Clear" panose="020B0604020203020204" pitchFamily="34" charset="0"/>
                <a:ea typeface="Intel Clear" panose="020B0604020203020204" pitchFamily="34" charset="0"/>
                <a:cs typeface="Intel Clear" panose="020B0604020203020204" pitchFamily="34" charset="0"/>
              </a:defRPr>
            </a:lvl1pPr>
          </a:lstStyle>
          <a:p>
            <a:r>
              <a:rPr lang="en-US" dirty="0"/>
              <a:t>18pt Intel Clear Subhead, Date, Etc.</a:t>
            </a:r>
          </a:p>
        </p:txBody>
      </p:sp>
      <p:sp>
        <p:nvSpPr>
          <p:cNvPr id="10" name="Square">
            <a:extLst>
              <a:ext uri="{FF2B5EF4-FFF2-40B4-BE49-F238E27FC236}">
                <a16:creationId xmlns:a16="http://schemas.microsoft.com/office/drawing/2014/main" id="{5F1BD0FC-D3B7-4D2E-989A-64ED187DAF99}"/>
              </a:ext>
            </a:extLst>
          </p:cNvPr>
          <p:cNvSpPr/>
          <p:nvPr/>
        </p:nvSpPr>
        <p:spPr>
          <a:xfrm>
            <a:off x="861107" y="5390896"/>
            <a:ext cx="607299" cy="607299"/>
          </a:xfrm>
          <a:prstGeom prst="rect">
            <a:avLst/>
          </a:prstGeom>
          <a:solidFill>
            <a:schemeClr val="accent4"/>
          </a:solidFill>
          <a:ln w="12700">
            <a:miter lim="400000"/>
          </a:ln>
        </p:spPr>
        <p:txBody>
          <a:bodyPr lIns="0" tIns="0" rIns="0" bIns="0" anchor="ctr"/>
          <a:lstStyle/>
          <a:p>
            <a:pPr algn="ctr" defTabSz="41275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026FC5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sz="1600"/>
          </a:p>
        </p:txBody>
      </p:sp>
      <p:sp>
        <p:nvSpPr>
          <p:cNvPr id="11" name="Rectangle">
            <a:extLst>
              <a:ext uri="{FF2B5EF4-FFF2-40B4-BE49-F238E27FC236}">
                <a16:creationId xmlns:a16="http://schemas.microsoft.com/office/drawing/2014/main" id="{3D2DE0DF-793A-4E90-BB4C-004CD646F4EF}"/>
              </a:ext>
            </a:extLst>
          </p:cNvPr>
          <p:cNvSpPr/>
          <p:nvPr/>
        </p:nvSpPr>
        <p:spPr>
          <a:xfrm>
            <a:off x="576067" y="5108797"/>
            <a:ext cx="286654" cy="282073"/>
          </a:xfrm>
          <a:prstGeom prst="rect">
            <a:avLst/>
          </a:prstGeom>
          <a:solidFill>
            <a:schemeClr val="accent3"/>
          </a:solidFill>
          <a:ln w="12700">
            <a:miter lim="400000"/>
          </a:ln>
        </p:spPr>
        <p:txBody>
          <a:bodyPr lIns="0" tIns="0" rIns="0" bIns="0" anchor="ctr"/>
          <a:lstStyle/>
          <a:p>
            <a:pPr algn="ctr" defTabSz="41275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026FC5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sz="1600"/>
          </a:p>
        </p:txBody>
      </p:sp>
      <p:sp>
        <p:nvSpPr>
          <p:cNvPr id="12" name="Square">
            <a:extLst>
              <a:ext uri="{FF2B5EF4-FFF2-40B4-BE49-F238E27FC236}">
                <a16:creationId xmlns:a16="http://schemas.microsoft.com/office/drawing/2014/main" id="{C39C59F8-1EBA-44B6-940C-E67247F76722}"/>
              </a:ext>
            </a:extLst>
          </p:cNvPr>
          <p:cNvSpPr/>
          <p:nvPr/>
        </p:nvSpPr>
        <p:spPr>
          <a:xfrm>
            <a:off x="861107" y="4952474"/>
            <a:ext cx="157461" cy="157461"/>
          </a:xfrm>
          <a:prstGeom prst="rect">
            <a:avLst/>
          </a:prstGeom>
          <a:solidFill>
            <a:schemeClr val="accent4"/>
          </a:solidFill>
          <a:ln w="12700">
            <a:miter lim="400000"/>
          </a:ln>
        </p:spPr>
        <p:txBody>
          <a:bodyPr lIns="0" tIns="0" rIns="0" bIns="0" anchor="ctr"/>
          <a:lstStyle/>
          <a:p>
            <a:pPr algn="ctr" defTabSz="41275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026FC5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sz="1600"/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25251DAF-788D-46D0-84B3-34DFEE6262F3}"/>
              </a:ext>
            </a:extLst>
          </p:cNvPr>
          <p:cNvGrpSpPr/>
          <p:nvPr/>
        </p:nvGrpSpPr>
        <p:grpSpPr>
          <a:xfrm>
            <a:off x="1468406" y="5995719"/>
            <a:ext cx="1059754" cy="396801"/>
            <a:chOff x="1314450" y="6391094"/>
            <a:chExt cx="1123377" cy="420623"/>
          </a:xfrm>
        </p:grpSpPr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A050DF4B-855E-41F4-9B0B-9B0BA01FB4FE}"/>
                </a:ext>
              </a:extLst>
            </p:cNvPr>
            <p:cNvSpPr/>
            <p:nvPr/>
          </p:nvSpPr>
          <p:spPr>
            <a:xfrm>
              <a:off x="1314450" y="6396809"/>
              <a:ext cx="78581" cy="78581"/>
            </a:xfrm>
            <a:custGeom>
              <a:avLst/>
              <a:gdLst>
                <a:gd name="connsiteX0" fmla="*/ 0 w 78581"/>
                <a:gd name="connsiteY0" fmla="*/ 0 h 78581"/>
                <a:gd name="connsiteX1" fmla="*/ 78581 w 78581"/>
                <a:gd name="connsiteY1" fmla="*/ 0 h 78581"/>
                <a:gd name="connsiteX2" fmla="*/ 78581 w 78581"/>
                <a:gd name="connsiteY2" fmla="*/ 78581 h 78581"/>
                <a:gd name="connsiteX3" fmla="*/ 0 w 78581"/>
                <a:gd name="connsiteY3" fmla="*/ 78581 h 785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8581" h="78581">
                  <a:moveTo>
                    <a:pt x="0" y="0"/>
                  </a:moveTo>
                  <a:lnTo>
                    <a:pt x="78581" y="0"/>
                  </a:lnTo>
                  <a:lnTo>
                    <a:pt x="78581" y="78581"/>
                  </a:lnTo>
                  <a:lnTo>
                    <a:pt x="0" y="78581"/>
                  </a:lnTo>
                  <a:close/>
                </a:path>
              </a:pathLst>
            </a:custGeom>
            <a:solidFill>
              <a:srgbClr val="00B2E3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D5E76890-19E8-4E79-B88A-5E246700E0DB}"/>
                </a:ext>
              </a:extLst>
            </p:cNvPr>
            <p:cNvSpPr/>
            <p:nvPr/>
          </p:nvSpPr>
          <p:spPr>
            <a:xfrm>
              <a:off x="1316545" y="6391094"/>
              <a:ext cx="995171" cy="420623"/>
            </a:xfrm>
            <a:custGeom>
              <a:avLst/>
              <a:gdLst>
                <a:gd name="connsiteX0" fmla="*/ 74486 w 995171"/>
                <a:gd name="connsiteY0" fmla="*/ 131921 h 420623"/>
                <a:gd name="connsiteX1" fmla="*/ 0 w 995171"/>
                <a:gd name="connsiteY1" fmla="*/ 131921 h 420623"/>
                <a:gd name="connsiteX2" fmla="*/ 0 w 995171"/>
                <a:gd name="connsiteY2" fmla="*/ 414719 h 420623"/>
                <a:gd name="connsiteX3" fmla="*/ 74486 w 995171"/>
                <a:gd name="connsiteY3" fmla="*/ 414719 h 420623"/>
                <a:gd name="connsiteX4" fmla="*/ 74486 w 995171"/>
                <a:gd name="connsiteY4" fmla="*/ 131921 h 420623"/>
                <a:gd name="connsiteX5" fmla="*/ 568262 w 995171"/>
                <a:gd name="connsiteY5" fmla="*/ 417576 h 420623"/>
                <a:gd name="connsiteX6" fmla="*/ 568262 w 995171"/>
                <a:gd name="connsiteY6" fmla="*/ 348234 h 420623"/>
                <a:gd name="connsiteX7" fmla="*/ 541306 w 995171"/>
                <a:gd name="connsiteY7" fmla="*/ 346520 h 420623"/>
                <a:gd name="connsiteX8" fmla="*/ 523780 w 995171"/>
                <a:gd name="connsiteY8" fmla="*/ 338804 h 420623"/>
                <a:gd name="connsiteX9" fmla="*/ 516065 w 995171"/>
                <a:gd name="connsiteY9" fmla="*/ 321945 h 420623"/>
                <a:gd name="connsiteX10" fmla="*/ 514350 w 995171"/>
                <a:gd name="connsiteY10" fmla="*/ 294608 h 420623"/>
                <a:gd name="connsiteX11" fmla="*/ 514350 w 995171"/>
                <a:gd name="connsiteY11" fmla="*/ 195644 h 420623"/>
                <a:gd name="connsiteX12" fmla="*/ 568262 w 995171"/>
                <a:gd name="connsiteY12" fmla="*/ 195644 h 420623"/>
                <a:gd name="connsiteX13" fmla="*/ 568262 w 995171"/>
                <a:gd name="connsiteY13" fmla="*/ 131921 h 420623"/>
                <a:gd name="connsiteX14" fmla="*/ 514350 w 995171"/>
                <a:gd name="connsiteY14" fmla="*/ 131921 h 420623"/>
                <a:gd name="connsiteX15" fmla="*/ 514350 w 995171"/>
                <a:gd name="connsiteY15" fmla="*/ 21812 h 420623"/>
                <a:gd name="connsiteX16" fmla="*/ 439865 w 995171"/>
                <a:gd name="connsiteY16" fmla="*/ 21812 h 420623"/>
                <a:gd name="connsiteX17" fmla="*/ 439865 w 995171"/>
                <a:gd name="connsiteY17" fmla="*/ 295180 h 420623"/>
                <a:gd name="connsiteX18" fmla="*/ 445865 w 995171"/>
                <a:gd name="connsiteY18" fmla="*/ 353473 h 420623"/>
                <a:gd name="connsiteX19" fmla="*/ 465677 w 995171"/>
                <a:gd name="connsiteY19" fmla="*/ 391001 h 420623"/>
                <a:gd name="connsiteX20" fmla="*/ 502063 w 995171"/>
                <a:gd name="connsiteY20" fmla="*/ 411385 h 420623"/>
                <a:gd name="connsiteX21" fmla="*/ 558927 w 995171"/>
                <a:gd name="connsiteY21" fmla="*/ 417671 h 420623"/>
                <a:gd name="connsiteX22" fmla="*/ 568262 w 995171"/>
                <a:gd name="connsiteY22" fmla="*/ 417671 h 420623"/>
                <a:gd name="connsiteX23" fmla="*/ 995172 w 995171"/>
                <a:gd name="connsiteY23" fmla="*/ 0 h 420623"/>
                <a:gd name="connsiteX24" fmla="*/ 920687 w 995171"/>
                <a:gd name="connsiteY24" fmla="*/ 0 h 420623"/>
                <a:gd name="connsiteX25" fmla="*/ 920687 w 995171"/>
                <a:gd name="connsiteY25" fmla="*/ 414719 h 420623"/>
                <a:gd name="connsiteX26" fmla="*/ 995172 w 995171"/>
                <a:gd name="connsiteY26" fmla="*/ 414719 h 420623"/>
                <a:gd name="connsiteX27" fmla="*/ 995172 w 995171"/>
                <a:gd name="connsiteY27" fmla="*/ 0 h 420623"/>
                <a:gd name="connsiteX28" fmla="*/ 367951 w 995171"/>
                <a:gd name="connsiteY28" fmla="*/ 159830 h 420623"/>
                <a:gd name="connsiteX29" fmla="*/ 281273 w 995171"/>
                <a:gd name="connsiteY29" fmla="*/ 126206 h 420623"/>
                <a:gd name="connsiteX30" fmla="*/ 232410 w 995171"/>
                <a:gd name="connsiteY30" fmla="*/ 137065 h 420623"/>
                <a:gd name="connsiteX31" fmla="*/ 195358 w 995171"/>
                <a:gd name="connsiteY31" fmla="*/ 167259 h 420623"/>
                <a:gd name="connsiteX32" fmla="*/ 191262 w 995171"/>
                <a:gd name="connsiteY32" fmla="*/ 172498 h 420623"/>
                <a:gd name="connsiteX33" fmla="*/ 191262 w 995171"/>
                <a:gd name="connsiteY33" fmla="*/ 167831 h 420623"/>
                <a:gd name="connsiteX34" fmla="*/ 191262 w 995171"/>
                <a:gd name="connsiteY34" fmla="*/ 132017 h 420623"/>
                <a:gd name="connsiteX35" fmla="*/ 117920 w 995171"/>
                <a:gd name="connsiteY35" fmla="*/ 132017 h 420623"/>
                <a:gd name="connsiteX36" fmla="*/ 117920 w 995171"/>
                <a:gd name="connsiteY36" fmla="*/ 414814 h 420623"/>
                <a:gd name="connsiteX37" fmla="*/ 191929 w 995171"/>
                <a:gd name="connsiteY37" fmla="*/ 414814 h 420623"/>
                <a:gd name="connsiteX38" fmla="*/ 191929 w 995171"/>
                <a:gd name="connsiteY38" fmla="*/ 264128 h 420623"/>
                <a:gd name="connsiteX39" fmla="*/ 192024 w 995171"/>
                <a:gd name="connsiteY39" fmla="*/ 274606 h 420623"/>
                <a:gd name="connsiteX40" fmla="*/ 192119 w 995171"/>
                <a:gd name="connsiteY40" fmla="*/ 269558 h 420623"/>
                <a:gd name="connsiteX41" fmla="*/ 211741 w 995171"/>
                <a:gd name="connsiteY41" fmla="*/ 210884 h 420623"/>
                <a:gd name="connsiteX42" fmla="*/ 258985 w 995171"/>
                <a:gd name="connsiteY42" fmla="*/ 190786 h 420623"/>
                <a:gd name="connsiteX43" fmla="*/ 307753 w 995171"/>
                <a:gd name="connsiteY43" fmla="*/ 210407 h 420623"/>
                <a:gd name="connsiteX44" fmla="*/ 323945 w 995171"/>
                <a:gd name="connsiteY44" fmla="*/ 264605 h 420623"/>
                <a:gd name="connsiteX45" fmla="*/ 323945 w 995171"/>
                <a:gd name="connsiteY45" fmla="*/ 264605 h 420623"/>
                <a:gd name="connsiteX46" fmla="*/ 323945 w 995171"/>
                <a:gd name="connsiteY46" fmla="*/ 265176 h 420623"/>
                <a:gd name="connsiteX47" fmla="*/ 323945 w 995171"/>
                <a:gd name="connsiteY47" fmla="*/ 265271 h 420623"/>
                <a:gd name="connsiteX48" fmla="*/ 323945 w 995171"/>
                <a:gd name="connsiteY48" fmla="*/ 414814 h 420623"/>
                <a:gd name="connsiteX49" fmla="*/ 399098 w 995171"/>
                <a:gd name="connsiteY49" fmla="*/ 414814 h 420623"/>
                <a:gd name="connsiteX50" fmla="*/ 399098 w 995171"/>
                <a:gd name="connsiteY50" fmla="*/ 254222 h 420623"/>
                <a:gd name="connsiteX51" fmla="*/ 367951 w 995171"/>
                <a:gd name="connsiteY51" fmla="*/ 159830 h 420623"/>
                <a:gd name="connsiteX52" fmla="*/ 881825 w 995171"/>
                <a:gd name="connsiteY52" fmla="*/ 272796 h 420623"/>
                <a:gd name="connsiteX53" fmla="*/ 871061 w 995171"/>
                <a:gd name="connsiteY53" fmla="*/ 215646 h 420623"/>
                <a:gd name="connsiteX54" fmla="*/ 841057 w 995171"/>
                <a:gd name="connsiteY54" fmla="*/ 168974 h 420623"/>
                <a:gd name="connsiteX55" fmla="*/ 794957 w 995171"/>
                <a:gd name="connsiteY55" fmla="*/ 137636 h 420623"/>
                <a:gd name="connsiteX56" fmla="*/ 735806 w 995171"/>
                <a:gd name="connsiteY56" fmla="*/ 126302 h 420623"/>
                <a:gd name="connsiteX57" fmla="*/ 678371 w 995171"/>
                <a:gd name="connsiteY57" fmla="*/ 137922 h 420623"/>
                <a:gd name="connsiteX58" fmla="*/ 631698 w 995171"/>
                <a:gd name="connsiteY58" fmla="*/ 169355 h 420623"/>
                <a:gd name="connsiteX59" fmla="*/ 600266 w 995171"/>
                <a:gd name="connsiteY59" fmla="*/ 216027 h 420623"/>
                <a:gd name="connsiteX60" fmla="*/ 588645 w 995171"/>
                <a:gd name="connsiteY60" fmla="*/ 273463 h 420623"/>
                <a:gd name="connsiteX61" fmla="*/ 599694 w 995171"/>
                <a:gd name="connsiteY61" fmla="*/ 330899 h 420623"/>
                <a:gd name="connsiteX62" fmla="*/ 630269 w 995171"/>
                <a:gd name="connsiteY62" fmla="*/ 377571 h 420623"/>
                <a:gd name="connsiteX63" fmla="*/ 677513 w 995171"/>
                <a:gd name="connsiteY63" fmla="*/ 409004 h 420623"/>
                <a:gd name="connsiteX64" fmla="*/ 738092 w 995171"/>
                <a:gd name="connsiteY64" fmla="*/ 420624 h 420623"/>
                <a:gd name="connsiteX65" fmla="*/ 863918 w 995171"/>
                <a:gd name="connsiteY65" fmla="*/ 365093 h 420623"/>
                <a:gd name="connsiteX66" fmla="*/ 810292 w 995171"/>
                <a:gd name="connsiteY66" fmla="*/ 324231 h 420623"/>
                <a:gd name="connsiteX67" fmla="*/ 738664 w 995171"/>
                <a:gd name="connsiteY67" fmla="*/ 355854 h 420623"/>
                <a:gd name="connsiteX68" fmla="*/ 687229 w 995171"/>
                <a:gd name="connsiteY68" fmla="*/ 341376 h 420623"/>
                <a:gd name="connsiteX69" fmla="*/ 660368 w 995171"/>
                <a:gd name="connsiteY69" fmla="*/ 302133 h 420623"/>
                <a:gd name="connsiteX70" fmla="*/ 659606 w 995171"/>
                <a:gd name="connsiteY70" fmla="*/ 299466 h 420623"/>
                <a:gd name="connsiteX71" fmla="*/ 881825 w 995171"/>
                <a:gd name="connsiteY71" fmla="*/ 299466 h 420623"/>
                <a:gd name="connsiteX72" fmla="*/ 881825 w 995171"/>
                <a:gd name="connsiteY72" fmla="*/ 272796 h 420623"/>
                <a:gd name="connsiteX73" fmla="*/ 660368 w 995171"/>
                <a:gd name="connsiteY73" fmla="*/ 246793 h 420623"/>
                <a:gd name="connsiteX74" fmla="*/ 735330 w 995171"/>
                <a:gd name="connsiteY74" fmla="*/ 189929 h 420623"/>
                <a:gd name="connsiteX75" fmla="*/ 810387 w 995171"/>
                <a:gd name="connsiteY75" fmla="*/ 246698 h 420623"/>
                <a:gd name="connsiteX76" fmla="*/ 660368 w 995171"/>
                <a:gd name="connsiteY76" fmla="*/ 246793 h 4206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</a:cxnLst>
              <a:rect l="l" t="t" r="r" b="b"/>
              <a:pathLst>
                <a:path w="995171" h="420623">
                  <a:moveTo>
                    <a:pt x="74486" y="131921"/>
                  </a:moveTo>
                  <a:lnTo>
                    <a:pt x="0" y="131921"/>
                  </a:lnTo>
                  <a:lnTo>
                    <a:pt x="0" y="414719"/>
                  </a:lnTo>
                  <a:lnTo>
                    <a:pt x="74486" y="414719"/>
                  </a:lnTo>
                  <a:lnTo>
                    <a:pt x="74486" y="131921"/>
                  </a:lnTo>
                  <a:close/>
                  <a:moveTo>
                    <a:pt x="568262" y="417576"/>
                  </a:moveTo>
                  <a:lnTo>
                    <a:pt x="568262" y="348234"/>
                  </a:lnTo>
                  <a:cubicBezTo>
                    <a:pt x="557308" y="348139"/>
                    <a:pt x="548259" y="347567"/>
                    <a:pt x="541306" y="346520"/>
                  </a:cubicBezTo>
                  <a:cubicBezTo>
                    <a:pt x="533591" y="345281"/>
                    <a:pt x="527685" y="342710"/>
                    <a:pt x="523780" y="338804"/>
                  </a:cubicBezTo>
                  <a:cubicBezTo>
                    <a:pt x="519875" y="334899"/>
                    <a:pt x="517303" y="329184"/>
                    <a:pt x="516065" y="321945"/>
                  </a:cubicBezTo>
                  <a:cubicBezTo>
                    <a:pt x="514922" y="314992"/>
                    <a:pt x="514350" y="305753"/>
                    <a:pt x="514350" y="294608"/>
                  </a:cubicBezTo>
                  <a:lnTo>
                    <a:pt x="514350" y="195644"/>
                  </a:lnTo>
                  <a:lnTo>
                    <a:pt x="568262" y="195644"/>
                  </a:lnTo>
                  <a:lnTo>
                    <a:pt x="568262" y="131921"/>
                  </a:lnTo>
                  <a:lnTo>
                    <a:pt x="514350" y="131921"/>
                  </a:lnTo>
                  <a:lnTo>
                    <a:pt x="514350" y="21812"/>
                  </a:lnTo>
                  <a:lnTo>
                    <a:pt x="439865" y="21812"/>
                  </a:lnTo>
                  <a:lnTo>
                    <a:pt x="439865" y="295180"/>
                  </a:lnTo>
                  <a:cubicBezTo>
                    <a:pt x="439865" y="318230"/>
                    <a:pt x="441865" y="337852"/>
                    <a:pt x="445865" y="353473"/>
                  </a:cubicBezTo>
                  <a:cubicBezTo>
                    <a:pt x="449771" y="368903"/>
                    <a:pt x="456438" y="381572"/>
                    <a:pt x="465677" y="391001"/>
                  </a:cubicBezTo>
                  <a:cubicBezTo>
                    <a:pt x="474917" y="400431"/>
                    <a:pt x="487204" y="407289"/>
                    <a:pt x="502063" y="411385"/>
                  </a:cubicBezTo>
                  <a:cubicBezTo>
                    <a:pt x="517112" y="415481"/>
                    <a:pt x="536258" y="417671"/>
                    <a:pt x="558927" y="417671"/>
                  </a:cubicBezTo>
                  <a:lnTo>
                    <a:pt x="568262" y="417671"/>
                  </a:lnTo>
                  <a:close/>
                  <a:moveTo>
                    <a:pt x="995172" y="0"/>
                  </a:moveTo>
                  <a:lnTo>
                    <a:pt x="920687" y="0"/>
                  </a:lnTo>
                  <a:lnTo>
                    <a:pt x="920687" y="414719"/>
                  </a:lnTo>
                  <a:lnTo>
                    <a:pt x="995172" y="414719"/>
                  </a:lnTo>
                  <a:lnTo>
                    <a:pt x="995172" y="0"/>
                  </a:lnTo>
                  <a:close/>
                  <a:moveTo>
                    <a:pt x="367951" y="159830"/>
                  </a:moveTo>
                  <a:cubicBezTo>
                    <a:pt x="347282" y="137541"/>
                    <a:pt x="318135" y="126206"/>
                    <a:pt x="281273" y="126206"/>
                  </a:cubicBezTo>
                  <a:cubicBezTo>
                    <a:pt x="263462" y="126206"/>
                    <a:pt x="247079" y="129921"/>
                    <a:pt x="232410" y="137065"/>
                  </a:cubicBezTo>
                  <a:cubicBezTo>
                    <a:pt x="217742" y="144304"/>
                    <a:pt x="205264" y="154496"/>
                    <a:pt x="195358" y="167259"/>
                  </a:cubicBezTo>
                  <a:lnTo>
                    <a:pt x="191262" y="172498"/>
                  </a:lnTo>
                  <a:lnTo>
                    <a:pt x="191262" y="167831"/>
                  </a:lnTo>
                  <a:lnTo>
                    <a:pt x="191262" y="132017"/>
                  </a:lnTo>
                  <a:lnTo>
                    <a:pt x="117920" y="132017"/>
                  </a:lnTo>
                  <a:lnTo>
                    <a:pt x="117920" y="414814"/>
                  </a:lnTo>
                  <a:lnTo>
                    <a:pt x="191929" y="414814"/>
                  </a:lnTo>
                  <a:lnTo>
                    <a:pt x="191929" y="264128"/>
                  </a:lnTo>
                  <a:lnTo>
                    <a:pt x="192024" y="274606"/>
                  </a:lnTo>
                  <a:cubicBezTo>
                    <a:pt x="192024" y="272891"/>
                    <a:pt x="192024" y="271177"/>
                    <a:pt x="192119" y="269558"/>
                  </a:cubicBezTo>
                  <a:cubicBezTo>
                    <a:pt x="192881" y="243173"/>
                    <a:pt x="199454" y="223456"/>
                    <a:pt x="211741" y="210884"/>
                  </a:cubicBezTo>
                  <a:cubicBezTo>
                    <a:pt x="224790" y="197549"/>
                    <a:pt x="240697" y="190786"/>
                    <a:pt x="258985" y="190786"/>
                  </a:cubicBezTo>
                  <a:cubicBezTo>
                    <a:pt x="280511" y="190786"/>
                    <a:pt x="296894" y="197358"/>
                    <a:pt x="307753" y="210407"/>
                  </a:cubicBezTo>
                  <a:cubicBezTo>
                    <a:pt x="318421" y="223171"/>
                    <a:pt x="323850" y="241364"/>
                    <a:pt x="323945" y="264605"/>
                  </a:cubicBezTo>
                  <a:lnTo>
                    <a:pt x="323945" y="264605"/>
                  </a:lnTo>
                  <a:lnTo>
                    <a:pt x="323945" y="265176"/>
                  </a:lnTo>
                  <a:lnTo>
                    <a:pt x="323945" y="265271"/>
                  </a:lnTo>
                  <a:lnTo>
                    <a:pt x="323945" y="414814"/>
                  </a:lnTo>
                  <a:lnTo>
                    <a:pt x="399098" y="414814"/>
                  </a:lnTo>
                  <a:lnTo>
                    <a:pt x="399098" y="254222"/>
                  </a:lnTo>
                  <a:cubicBezTo>
                    <a:pt x="399193" y="213931"/>
                    <a:pt x="388620" y="182118"/>
                    <a:pt x="367951" y="159830"/>
                  </a:cubicBezTo>
                  <a:moveTo>
                    <a:pt x="881825" y="272796"/>
                  </a:moveTo>
                  <a:cubicBezTo>
                    <a:pt x="881825" y="252508"/>
                    <a:pt x="878205" y="233267"/>
                    <a:pt x="871061" y="215646"/>
                  </a:cubicBezTo>
                  <a:cubicBezTo>
                    <a:pt x="863918" y="198025"/>
                    <a:pt x="853821" y="182309"/>
                    <a:pt x="841057" y="168974"/>
                  </a:cubicBezTo>
                  <a:cubicBezTo>
                    <a:pt x="828294" y="155639"/>
                    <a:pt x="812768" y="145066"/>
                    <a:pt x="794957" y="137636"/>
                  </a:cubicBezTo>
                  <a:cubicBezTo>
                    <a:pt x="777145" y="130112"/>
                    <a:pt x="757238" y="126302"/>
                    <a:pt x="735806" y="126302"/>
                  </a:cubicBezTo>
                  <a:cubicBezTo>
                    <a:pt x="715518" y="126302"/>
                    <a:pt x="696182" y="130207"/>
                    <a:pt x="678371" y="137922"/>
                  </a:cubicBezTo>
                  <a:cubicBezTo>
                    <a:pt x="660559" y="145637"/>
                    <a:pt x="644843" y="156210"/>
                    <a:pt x="631698" y="169355"/>
                  </a:cubicBezTo>
                  <a:cubicBezTo>
                    <a:pt x="618554" y="182499"/>
                    <a:pt x="607981" y="198215"/>
                    <a:pt x="600266" y="216027"/>
                  </a:cubicBezTo>
                  <a:cubicBezTo>
                    <a:pt x="592550" y="233839"/>
                    <a:pt x="588645" y="253175"/>
                    <a:pt x="588645" y="273463"/>
                  </a:cubicBezTo>
                  <a:cubicBezTo>
                    <a:pt x="588645" y="293751"/>
                    <a:pt x="592360" y="313087"/>
                    <a:pt x="599694" y="330899"/>
                  </a:cubicBezTo>
                  <a:cubicBezTo>
                    <a:pt x="607028" y="348710"/>
                    <a:pt x="617315" y="364426"/>
                    <a:pt x="630269" y="377571"/>
                  </a:cubicBezTo>
                  <a:cubicBezTo>
                    <a:pt x="643223" y="390716"/>
                    <a:pt x="659130" y="401288"/>
                    <a:pt x="677513" y="409004"/>
                  </a:cubicBezTo>
                  <a:cubicBezTo>
                    <a:pt x="695897" y="416719"/>
                    <a:pt x="716280" y="420624"/>
                    <a:pt x="738092" y="420624"/>
                  </a:cubicBezTo>
                  <a:cubicBezTo>
                    <a:pt x="801148" y="420624"/>
                    <a:pt x="840391" y="391954"/>
                    <a:pt x="863918" y="365093"/>
                  </a:cubicBezTo>
                  <a:lnTo>
                    <a:pt x="810292" y="324231"/>
                  </a:lnTo>
                  <a:cubicBezTo>
                    <a:pt x="798957" y="337661"/>
                    <a:pt x="772192" y="355854"/>
                    <a:pt x="738664" y="355854"/>
                  </a:cubicBezTo>
                  <a:cubicBezTo>
                    <a:pt x="717614" y="355854"/>
                    <a:pt x="700373" y="350996"/>
                    <a:pt x="687229" y="341376"/>
                  </a:cubicBezTo>
                  <a:cubicBezTo>
                    <a:pt x="674084" y="331756"/>
                    <a:pt x="665036" y="318611"/>
                    <a:pt x="660368" y="302133"/>
                  </a:cubicBezTo>
                  <a:lnTo>
                    <a:pt x="659606" y="299466"/>
                  </a:lnTo>
                  <a:lnTo>
                    <a:pt x="881825" y="299466"/>
                  </a:lnTo>
                  <a:lnTo>
                    <a:pt x="881825" y="272796"/>
                  </a:lnTo>
                  <a:close/>
                  <a:moveTo>
                    <a:pt x="660368" y="246793"/>
                  </a:moveTo>
                  <a:cubicBezTo>
                    <a:pt x="660368" y="226124"/>
                    <a:pt x="684086" y="189929"/>
                    <a:pt x="735330" y="189929"/>
                  </a:cubicBezTo>
                  <a:cubicBezTo>
                    <a:pt x="786575" y="189929"/>
                    <a:pt x="810387" y="226028"/>
                    <a:pt x="810387" y="246698"/>
                  </a:cubicBezTo>
                  <a:lnTo>
                    <a:pt x="660368" y="246793"/>
                  </a:ln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1094D935-4B06-467E-ACD3-E78CD1B86EE3}"/>
                </a:ext>
              </a:extLst>
            </p:cNvPr>
            <p:cNvSpPr/>
            <p:nvPr/>
          </p:nvSpPr>
          <p:spPr>
            <a:xfrm>
              <a:off x="2358770" y="6728469"/>
              <a:ext cx="79057" cy="79057"/>
            </a:xfrm>
            <a:custGeom>
              <a:avLst/>
              <a:gdLst>
                <a:gd name="connsiteX0" fmla="*/ 39529 w 79057"/>
                <a:gd name="connsiteY0" fmla="*/ 5620 h 79057"/>
                <a:gd name="connsiteX1" fmla="*/ 73438 w 79057"/>
                <a:gd name="connsiteY1" fmla="*/ 39529 h 79057"/>
                <a:gd name="connsiteX2" fmla="*/ 39529 w 79057"/>
                <a:gd name="connsiteY2" fmla="*/ 73438 h 79057"/>
                <a:gd name="connsiteX3" fmla="*/ 5620 w 79057"/>
                <a:gd name="connsiteY3" fmla="*/ 39529 h 79057"/>
                <a:gd name="connsiteX4" fmla="*/ 39529 w 79057"/>
                <a:gd name="connsiteY4" fmla="*/ 5620 h 79057"/>
                <a:gd name="connsiteX5" fmla="*/ 39529 w 79057"/>
                <a:gd name="connsiteY5" fmla="*/ 0 h 79057"/>
                <a:gd name="connsiteX6" fmla="*/ 0 w 79057"/>
                <a:gd name="connsiteY6" fmla="*/ 39529 h 79057"/>
                <a:gd name="connsiteX7" fmla="*/ 39529 w 79057"/>
                <a:gd name="connsiteY7" fmla="*/ 79058 h 79057"/>
                <a:gd name="connsiteX8" fmla="*/ 79058 w 79057"/>
                <a:gd name="connsiteY8" fmla="*/ 39529 h 79057"/>
                <a:gd name="connsiteX9" fmla="*/ 39529 w 79057"/>
                <a:gd name="connsiteY9" fmla="*/ 0 h 790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79057" h="79057">
                  <a:moveTo>
                    <a:pt x="39529" y="5620"/>
                  </a:moveTo>
                  <a:cubicBezTo>
                    <a:pt x="58198" y="5620"/>
                    <a:pt x="73438" y="20860"/>
                    <a:pt x="73438" y="39529"/>
                  </a:cubicBezTo>
                  <a:cubicBezTo>
                    <a:pt x="73438" y="58198"/>
                    <a:pt x="58198" y="73438"/>
                    <a:pt x="39529" y="73438"/>
                  </a:cubicBezTo>
                  <a:cubicBezTo>
                    <a:pt x="20860" y="73438"/>
                    <a:pt x="5620" y="58198"/>
                    <a:pt x="5620" y="39529"/>
                  </a:cubicBezTo>
                  <a:cubicBezTo>
                    <a:pt x="5620" y="20860"/>
                    <a:pt x="20860" y="5620"/>
                    <a:pt x="39529" y="5620"/>
                  </a:cubicBezTo>
                  <a:moveTo>
                    <a:pt x="39529" y="0"/>
                  </a:moveTo>
                  <a:cubicBezTo>
                    <a:pt x="17717" y="0"/>
                    <a:pt x="0" y="17717"/>
                    <a:pt x="0" y="39529"/>
                  </a:cubicBezTo>
                  <a:cubicBezTo>
                    <a:pt x="0" y="61341"/>
                    <a:pt x="17717" y="79058"/>
                    <a:pt x="39529" y="79058"/>
                  </a:cubicBezTo>
                  <a:cubicBezTo>
                    <a:pt x="61341" y="79058"/>
                    <a:pt x="79058" y="61341"/>
                    <a:pt x="79058" y="39529"/>
                  </a:cubicBezTo>
                  <a:cubicBezTo>
                    <a:pt x="79058" y="17717"/>
                    <a:pt x="61341" y="0"/>
                    <a:pt x="39529" y="0"/>
                  </a:cubicBezTo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C3E1BDA4-68F2-4FA3-BD91-CBC85BF15A79}"/>
                </a:ext>
              </a:extLst>
            </p:cNvPr>
            <p:cNvSpPr/>
            <p:nvPr/>
          </p:nvSpPr>
          <p:spPr>
            <a:xfrm>
              <a:off x="2384869" y="6748090"/>
              <a:ext cx="30765" cy="39528"/>
            </a:xfrm>
            <a:custGeom>
              <a:avLst/>
              <a:gdLst>
                <a:gd name="connsiteX0" fmla="*/ 16383 w 30765"/>
                <a:gd name="connsiteY0" fmla="*/ 95 h 39528"/>
                <a:gd name="connsiteX1" fmla="*/ 23051 w 30765"/>
                <a:gd name="connsiteY1" fmla="*/ 1715 h 39528"/>
                <a:gd name="connsiteX2" fmla="*/ 27718 w 30765"/>
                <a:gd name="connsiteY2" fmla="*/ 6191 h 39528"/>
                <a:gd name="connsiteX3" fmla="*/ 29337 w 30765"/>
                <a:gd name="connsiteY3" fmla="*/ 12478 h 39528"/>
                <a:gd name="connsiteX4" fmla="*/ 27146 w 30765"/>
                <a:gd name="connsiteY4" fmla="*/ 19622 h 39528"/>
                <a:gd name="connsiteX5" fmla="*/ 21812 w 30765"/>
                <a:gd name="connsiteY5" fmla="*/ 23717 h 39528"/>
                <a:gd name="connsiteX6" fmla="*/ 30766 w 30765"/>
                <a:gd name="connsiteY6" fmla="*/ 39529 h 39528"/>
                <a:gd name="connsiteX7" fmla="*/ 23717 w 30765"/>
                <a:gd name="connsiteY7" fmla="*/ 39529 h 39528"/>
                <a:gd name="connsiteX8" fmla="*/ 15526 w 30765"/>
                <a:gd name="connsiteY8" fmla="*/ 24860 h 39528"/>
                <a:gd name="connsiteX9" fmla="*/ 6191 w 30765"/>
                <a:gd name="connsiteY9" fmla="*/ 24860 h 39528"/>
                <a:gd name="connsiteX10" fmla="*/ 6191 w 30765"/>
                <a:gd name="connsiteY10" fmla="*/ 39529 h 39528"/>
                <a:gd name="connsiteX11" fmla="*/ 0 w 30765"/>
                <a:gd name="connsiteY11" fmla="*/ 39529 h 39528"/>
                <a:gd name="connsiteX12" fmla="*/ 0 w 30765"/>
                <a:gd name="connsiteY12" fmla="*/ 0 h 39528"/>
                <a:gd name="connsiteX13" fmla="*/ 16383 w 30765"/>
                <a:gd name="connsiteY13" fmla="*/ 0 h 39528"/>
                <a:gd name="connsiteX14" fmla="*/ 16383 w 30765"/>
                <a:gd name="connsiteY14" fmla="*/ 19336 h 39528"/>
                <a:gd name="connsiteX15" fmla="*/ 19907 w 30765"/>
                <a:gd name="connsiteY15" fmla="*/ 18478 h 39528"/>
                <a:gd name="connsiteX16" fmla="*/ 22289 w 30765"/>
                <a:gd name="connsiteY16" fmla="*/ 16097 h 39528"/>
                <a:gd name="connsiteX17" fmla="*/ 23146 w 30765"/>
                <a:gd name="connsiteY17" fmla="*/ 12573 h 39528"/>
                <a:gd name="connsiteX18" fmla="*/ 22289 w 30765"/>
                <a:gd name="connsiteY18" fmla="*/ 9049 h 39528"/>
                <a:gd name="connsiteX19" fmla="*/ 19907 w 30765"/>
                <a:gd name="connsiteY19" fmla="*/ 6668 h 39528"/>
                <a:gd name="connsiteX20" fmla="*/ 16383 w 30765"/>
                <a:gd name="connsiteY20" fmla="*/ 5810 h 39528"/>
                <a:gd name="connsiteX21" fmla="*/ 6191 w 30765"/>
                <a:gd name="connsiteY21" fmla="*/ 5810 h 39528"/>
                <a:gd name="connsiteX22" fmla="*/ 6191 w 30765"/>
                <a:gd name="connsiteY22" fmla="*/ 19336 h 39528"/>
                <a:gd name="connsiteX23" fmla="*/ 16383 w 30765"/>
                <a:gd name="connsiteY23" fmla="*/ 19336 h 395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30765" h="39528">
                  <a:moveTo>
                    <a:pt x="16383" y="95"/>
                  </a:moveTo>
                  <a:cubicBezTo>
                    <a:pt x="18860" y="95"/>
                    <a:pt x="21050" y="667"/>
                    <a:pt x="23051" y="1715"/>
                  </a:cubicBezTo>
                  <a:cubicBezTo>
                    <a:pt x="25051" y="2762"/>
                    <a:pt x="26575" y="4286"/>
                    <a:pt x="27718" y="6191"/>
                  </a:cubicBezTo>
                  <a:cubicBezTo>
                    <a:pt x="28861" y="8096"/>
                    <a:pt x="29337" y="10192"/>
                    <a:pt x="29337" y="12478"/>
                  </a:cubicBezTo>
                  <a:cubicBezTo>
                    <a:pt x="29337" y="15335"/>
                    <a:pt x="28575" y="17717"/>
                    <a:pt x="27146" y="19622"/>
                  </a:cubicBezTo>
                  <a:cubicBezTo>
                    <a:pt x="25718" y="21527"/>
                    <a:pt x="23908" y="22860"/>
                    <a:pt x="21812" y="23717"/>
                  </a:cubicBezTo>
                  <a:lnTo>
                    <a:pt x="30766" y="39529"/>
                  </a:lnTo>
                  <a:lnTo>
                    <a:pt x="23717" y="39529"/>
                  </a:lnTo>
                  <a:lnTo>
                    <a:pt x="15526" y="24860"/>
                  </a:lnTo>
                  <a:lnTo>
                    <a:pt x="6191" y="24860"/>
                  </a:lnTo>
                  <a:lnTo>
                    <a:pt x="6191" y="39529"/>
                  </a:lnTo>
                  <a:lnTo>
                    <a:pt x="0" y="39529"/>
                  </a:lnTo>
                  <a:lnTo>
                    <a:pt x="0" y="0"/>
                  </a:lnTo>
                  <a:lnTo>
                    <a:pt x="16383" y="0"/>
                  </a:lnTo>
                  <a:close/>
                  <a:moveTo>
                    <a:pt x="16383" y="19336"/>
                  </a:moveTo>
                  <a:cubicBezTo>
                    <a:pt x="17717" y="19336"/>
                    <a:pt x="18860" y="19050"/>
                    <a:pt x="19907" y="18478"/>
                  </a:cubicBezTo>
                  <a:cubicBezTo>
                    <a:pt x="20955" y="17907"/>
                    <a:pt x="21717" y="17050"/>
                    <a:pt x="22289" y="16097"/>
                  </a:cubicBezTo>
                  <a:cubicBezTo>
                    <a:pt x="22860" y="15050"/>
                    <a:pt x="23146" y="13906"/>
                    <a:pt x="23146" y="12573"/>
                  </a:cubicBezTo>
                  <a:cubicBezTo>
                    <a:pt x="23146" y="11240"/>
                    <a:pt x="22860" y="10097"/>
                    <a:pt x="22289" y="9049"/>
                  </a:cubicBezTo>
                  <a:cubicBezTo>
                    <a:pt x="21717" y="8001"/>
                    <a:pt x="20860" y="7239"/>
                    <a:pt x="19907" y="6668"/>
                  </a:cubicBezTo>
                  <a:cubicBezTo>
                    <a:pt x="18860" y="6096"/>
                    <a:pt x="17717" y="5810"/>
                    <a:pt x="16383" y="5810"/>
                  </a:cubicBezTo>
                  <a:lnTo>
                    <a:pt x="6191" y="5810"/>
                  </a:lnTo>
                  <a:lnTo>
                    <a:pt x="6191" y="19336"/>
                  </a:lnTo>
                  <a:lnTo>
                    <a:pt x="16383" y="19336"/>
                  </a:ln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107924641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Rectangle"/>
          <p:cNvSpPr/>
          <p:nvPr/>
        </p:nvSpPr>
        <p:spPr>
          <a:xfrm>
            <a:off x="1466513" y="-28456"/>
            <a:ext cx="3430768" cy="5421617"/>
          </a:xfrm>
          <a:prstGeom prst="rect">
            <a:avLst/>
          </a:prstGeom>
          <a:solidFill>
            <a:srgbClr val="E7E7E7">
              <a:alpha val="39000"/>
            </a:srgbClr>
          </a:solidFill>
          <a:ln w="12700">
            <a:miter lim="400000"/>
          </a:ln>
        </p:spPr>
        <p:txBody>
          <a:bodyPr lIns="0" tIns="0" rIns="0" bIns="0" anchor="ctr"/>
          <a:lstStyle/>
          <a:p>
            <a:pPr algn="ctr" defTabSz="41275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sz="1600"/>
          </a:p>
        </p:txBody>
      </p:sp>
      <p:sp>
        <p:nvSpPr>
          <p:cNvPr id="22" name="Title Text">
            <a:extLst>
              <a:ext uri="{FF2B5EF4-FFF2-40B4-BE49-F238E27FC236}">
                <a16:creationId xmlns:a16="http://schemas.microsoft.com/office/drawing/2014/main" id="{82EC668F-6093-6548-B182-47568630AF81}"/>
              </a:ext>
            </a:extLst>
          </p:cNvPr>
          <p:cNvSpPr txBox="1">
            <a:spLocks noGrp="1"/>
          </p:cNvSpPr>
          <p:nvPr>
            <p:ph type="title" hasCustomPrompt="1"/>
          </p:nvPr>
        </p:nvSpPr>
        <p:spPr>
          <a:xfrm>
            <a:off x="1895475" y="3585279"/>
            <a:ext cx="10972801" cy="109182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noAutofit/>
          </a:bodyPr>
          <a:lstStyle>
            <a:lvl1pPr>
              <a:defRPr sz="7500">
                <a:solidFill>
                  <a:srgbClr val="525252"/>
                </a:solidFill>
              </a:defRPr>
            </a:lvl1pPr>
          </a:lstStyle>
          <a:p>
            <a:r>
              <a:rPr lang="en-US" dirty="0"/>
              <a:t>75 </a:t>
            </a:r>
            <a:r>
              <a:rPr lang="en-US" dirty="0" err="1"/>
              <a:t>pt</a:t>
            </a:r>
            <a:r>
              <a:rPr lang="en-US" dirty="0"/>
              <a:t> Intel Clear</a:t>
            </a:r>
            <a:endParaRPr dirty="0"/>
          </a:p>
        </p:txBody>
      </p:sp>
      <p:sp>
        <p:nvSpPr>
          <p:cNvPr id="15" name="Text Placeholder 2">
            <a:extLst>
              <a:ext uri="{FF2B5EF4-FFF2-40B4-BE49-F238E27FC236}">
                <a16:creationId xmlns:a16="http://schemas.microsoft.com/office/drawing/2014/main" id="{F87CC838-4D6E-4C99-A3F1-81F2913C62B3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1895475" y="3182315"/>
            <a:ext cx="10296524" cy="304800"/>
          </a:xfrm>
        </p:spPr>
        <p:txBody>
          <a:bodyPr>
            <a:normAutofit/>
          </a:bodyPr>
          <a:lstStyle>
            <a:lvl1pPr marL="0" indent="0">
              <a:buNone/>
              <a:defRPr sz="1600" b="1" i="0">
                <a:solidFill>
                  <a:schemeClr val="accent1"/>
                </a:solidFill>
                <a:latin typeface="Intel Clear" panose="020B0604020203020204" pitchFamily="34" charset="0"/>
                <a:ea typeface="Intel Clear" panose="020B0604020203020204" pitchFamily="34" charset="0"/>
                <a:cs typeface="Intel Clear" panose="020B0604020203020204" pitchFamily="34" charset="0"/>
              </a:defRPr>
            </a:lvl1pPr>
          </a:lstStyle>
          <a:p>
            <a:r>
              <a:rPr lang="en-US" dirty="0"/>
              <a:t>16pt Intel Clear Bold Intro:</a:t>
            </a:r>
          </a:p>
        </p:txBody>
      </p:sp>
      <p:sp>
        <p:nvSpPr>
          <p:cNvPr id="18" name="Text Placeholder 6">
            <a:extLst>
              <a:ext uri="{FF2B5EF4-FFF2-40B4-BE49-F238E27FC236}">
                <a16:creationId xmlns:a16="http://schemas.microsoft.com/office/drawing/2014/main" id="{00C3E650-A810-40D9-81A8-D3E73C9326E4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1908348" y="4778609"/>
            <a:ext cx="10283651" cy="326776"/>
          </a:xfrm>
        </p:spPr>
        <p:txBody>
          <a:bodyPr>
            <a:normAutofit/>
          </a:bodyPr>
          <a:lstStyle>
            <a:lvl1pPr marL="0" indent="0">
              <a:buNone/>
              <a:defRPr sz="1800" b="0" i="0">
                <a:solidFill>
                  <a:schemeClr val="bg2"/>
                </a:solidFill>
                <a:latin typeface="Intel Clear" panose="020B0604020203020204" pitchFamily="34" charset="0"/>
                <a:ea typeface="Intel Clear" panose="020B0604020203020204" pitchFamily="34" charset="0"/>
                <a:cs typeface="Intel Clear" panose="020B0604020203020204" pitchFamily="34" charset="0"/>
              </a:defRPr>
            </a:lvl1pPr>
          </a:lstStyle>
          <a:p>
            <a:r>
              <a:rPr lang="en-US" dirty="0"/>
              <a:t>18pt Intel Clear Subhead, Date, Etc.</a:t>
            </a:r>
          </a:p>
        </p:txBody>
      </p:sp>
      <p:sp>
        <p:nvSpPr>
          <p:cNvPr id="10" name="Square">
            <a:extLst>
              <a:ext uri="{FF2B5EF4-FFF2-40B4-BE49-F238E27FC236}">
                <a16:creationId xmlns:a16="http://schemas.microsoft.com/office/drawing/2014/main" id="{99F366F8-DC49-4E0B-B131-1FB92CC518E3}"/>
              </a:ext>
            </a:extLst>
          </p:cNvPr>
          <p:cNvSpPr/>
          <p:nvPr/>
        </p:nvSpPr>
        <p:spPr>
          <a:xfrm>
            <a:off x="861107" y="5390896"/>
            <a:ext cx="607299" cy="607299"/>
          </a:xfrm>
          <a:prstGeom prst="rect">
            <a:avLst/>
          </a:prstGeom>
          <a:solidFill>
            <a:srgbClr val="2872C5"/>
          </a:solidFill>
          <a:ln w="12700">
            <a:miter lim="400000"/>
          </a:ln>
        </p:spPr>
        <p:txBody>
          <a:bodyPr lIns="0" tIns="0" rIns="0" bIns="0" anchor="ctr"/>
          <a:lstStyle/>
          <a:p>
            <a:pPr algn="ctr" defTabSz="41275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026FC5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sz="1600"/>
          </a:p>
        </p:txBody>
      </p:sp>
      <p:sp>
        <p:nvSpPr>
          <p:cNvPr id="11" name="Rectangle">
            <a:extLst>
              <a:ext uri="{FF2B5EF4-FFF2-40B4-BE49-F238E27FC236}">
                <a16:creationId xmlns:a16="http://schemas.microsoft.com/office/drawing/2014/main" id="{10443275-64C7-4249-92B8-990C3BB41279}"/>
              </a:ext>
            </a:extLst>
          </p:cNvPr>
          <p:cNvSpPr/>
          <p:nvPr/>
        </p:nvSpPr>
        <p:spPr>
          <a:xfrm>
            <a:off x="576067" y="5108797"/>
            <a:ext cx="286654" cy="282073"/>
          </a:xfrm>
          <a:prstGeom prst="rect">
            <a:avLst/>
          </a:prstGeom>
          <a:solidFill>
            <a:srgbClr val="00C7FD"/>
          </a:solidFill>
          <a:ln w="12700">
            <a:miter lim="400000"/>
          </a:ln>
        </p:spPr>
        <p:txBody>
          <a:bodyPr lIns="0" tIns="0" rIns="0" bIns="0" anchor="ctr"/>
          <a:lstStyle/>
          <a:p>
            <a:pPr algn="ctr" defTabSz="41275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026FC5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sz="1600"/>
          </a:p>
        </p:txBody>
      </p:sp>
      <p:sp>
        <p:nvSpPr>
          <p:cNvPr id="12" name="Square">
            <a:extLst>
              <a:ext uri="{FF2B5EF4-FFF2-40B4-BE49-F238E27FC236}">
                <a16:creationId xmlns:a16="http://schemas.microsoft.com/office/drawing/2014/main" id="{85908D9A-1608-44B4-A0A3-FC9E665728CA}"/>
              </a:ext>
            </a:extLst>
          </p:cNvPr>
          <p:cNvSpPr/>
          <p:nvPr/>
        </p:nvSpPr>
        <p:spPr>
          <a:xfrm>
            <a:off x="861107" y="4952474"/>
            <a:ext cx="157461" cy="157461"/>
          </a:xfrm>
          <a:prstGeom prst="rect">
            <a:avLst/>
          </a:prstGeom>
          <a:solidFill>
            <a:srgbClr val="2872C5"/>
          </a:solidFill>
          <a:ln w="12700">
            <a:miter lim="400000"/>
          </a:ln>
        </p:spPr>
        <p:txBody>
          <a:bodyPr lIns="0" tIns="0" rIns="0" bIns="0" anchor="ctr"/>
          <a:lstStyle/>
          <a:p>
            <a:pPr algn="ctr" defTabSz="41275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026FC5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sz="1600"/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2952F383-4862-4271-B541-5612120030D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466513" y="5992753"/>
            <a:ext cx="1031758" cy="3847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118153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itle Text">
            <a:extLst>
              <a:ext uri="{FF2B5EF4-FFF2-40B4-BE49-F238E27FC236}">
                <a16:creationId xmlns:a16="http://schemas.microsoft.com/office/drawing/2014/main" id="{14C27936-4608-A44C-9C6E-3708646E2002}"/>
              </a:ext>
            </a:extLst>
          </p:cNvPr>
          <p:cNvSpPr txBox="1">
            <a:spLocks noGrp="1"/>
          </p:cNvSpPr>
          <p:nvPr>
            <p:ph type="title" hasCustomPrompt="1"/>
          </p:nvPr>
        </p:nvSpPr>
        <p:spPr>
          <a:xfrm>
            <a:off x="571370" y="571500"/>
            <a:ext cx="11010816" cy="9524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noAutofit/>
          </a:bodyPr>
          <a:lstStyle>
            <a:lvl1pPr>
              <a:defRPr sz="4000">
                <a:solidFill>
                  <a:srgbClr val="525252"/>
                </a:solidFill>
              </a:defRPr>
            </a:lvl1pPr>
          </a:lstStyle>
          <a:p>
            <a:r>
              <a:rPr lang="en-US" dirty="0"/>
              <a:t>40pt Intel Clear Light Text Goes Here</a:t>
            </a:r>
          </a:p>
        </p:txBody>
      </p:sp>
    </p:spTree>
    <p:extLst>
      <p:ext uri="{BB962C8B-B14F-4D97-AF65-F5344CB8AC3E}">
        <p14:creationId xmlns:p14="http://schemas.microsoft.com/office/powerpoint/2010/main" val="284577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&amp;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itle Text">
            <a:extLst>
              <a:ext uri="{FF2B5EF4-FFF2-40B4-BE49-F238E27FC236}">
                <a16:creationId xmlns:a16="http://schemas.microsoft.com/office/drawing/2014/main" id="{14C27936-4608-A44C-9C6E-3708646E2002}"/>
              </a:ext>
            </a:extLst>
          </p:cNvPr>
          <p:cNvSpPr txBox="1">
            <a:spLocks noGrp="1"/>
          </p:cNvSpPr>
          <p:nvPr>
            <p:ph type="title" hasCustomPrompt="1"/>
          </p:nvPr>
        </p:nvSpPr>
        <p:spPr>
          <a:xfrm>
            <a:off x="571370" y="571500"/>
            <a:ext cx="11010816" cy="9524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noAutofit/>
          </a:bodyPr>
          <a:lstStyle>
            <a:lvl1pPr>
              <a:defRPr sz="4000">
                <a:solidFill>
                  <a:srgbClr val="525252"/>
                </a:solidFill>
              </a:defRPr>
            </a:lvl1pPr>
          </a:lstStyle>
          <a:p>
            <a:r>
              <a:rPr lang="en-US" dirty="0"/>
              <a:t>40pt Intel Clear Light Text Goes Here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BA0C540-99BD-45E3-99D2-78C2032EBE57}"/>
              </a:ext>
            </a:extLst>
          </p:cNvPr>
          <p:cNvSpPr>
            <a:spLocks noGrp="1"/>
          </p:cNvSpPr>
          <p:nvPr>
            <p:ph sz="quarter" idx="28"/>
          </p:nvPr>
        </p:nvSpPr>
        <p:spPr>
          <a:xfrm>
            <a:off x="571370" y="1673454"/>
            <a:ext cx="11010900" cy="457494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951755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Sub &amp;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itle Text">
            <a:extLst>
              <a:ext uri="{FF2B5EF4-FFF2-40B4-BE49-F238E27FC236}">
                <a16:creationId xmlns:a16="http://schemas.microsoft.com/office/drawing/2014/main" id="{14C27936-4608-A44C-9C6E-3708646E2002}"/>
              </a:ext>
            </a:extLst>
          </p:cNvPr>
          <p:cNvSpPr txBox="1">
            <a:spLocks noGrp="1"/>
          </p:cNvSpPr>
          <p:nvPr>
            <p:ph type="title" hasCustomPrompt="1"/>
          </p:nvPr>
        </p:nvSpPr>
        <p:spPr>
          <a:xfrm>
            <a:off x="571370" y="571500"/>
            <a:ext cx="11010816" cy="9524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noAutofit/>
          </a:bodyPr>
          <a:lstStyle>
            <a:lvl1pPr>
              <a:defRPr sz="4000">
                <a:solidFill>
                  <a:srgbClr val="525252"/>
                </a:solidFill>
              </a:defRPr>
            </a:lvl1pPr>
          </a:lstStyle>
          <a:p>
            <a:r>
              <a:rPr lang="en-US" dirty="0"/>
              <a:t>40pt Intel Clear Light Text Goes Here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BA0C540-99BD-45E3-99D2-78C2032EBE57}"/>
              </a:ext>
            </a:extLst>
          </p:cNvPr>
          <p:cNvSpPr>
            <a:spLocks noGrp="1"/>
          </p:cNvSpPr>
          <p:nvPr>
            <p:ph sz="quarter" idx="28"/>
          </p:nvPr>
        </p:nvSpPr>
        <p:spPr>
          <a:xfrm>
            <a:off x="571370" y="2139953"/>
            <a:ext cx="11010900" cy="410844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1" name="Text Placeholder 3">
            <a:extLst>
              <a:ext uri="{FF2B5EF4-FFF2-40B4-BE49-F238E27FC236}">
                <a16:creationId xmlns:a16="http://schemas.microsoft.com/office/drawing/2014/main" id="{D980C114-FE9A-4B63-B509-F59F1A2C55A5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571370" y="1612901"/>
            <a:ext cx="11022013" cy="438150"/>
          </a:xfrm>
        </p:spPr>
        <p:txBody>
          <a:bodyPr>
            <a:noAutofit/>
          </a:bodyPr>
          <a:lstStyle>
            <a:lvl1pPr marL="0" indent="0">
              <a:buNone/>
              <a:defRPr sz="3200">
                <a:solidFill>
                  <a:schemeClr val="accent1"/>
                </a:solidFill>
                <a:latin typeface="+mn-lt"/>
              </a:defRPr>
            </a:lvl1pPr>
            <a:lvl2pPr marL="22860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95918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Sub &amp; 2 Content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Text">
            <a:extLst>
              <a:ext uri="{FF2B5EF4-FFF2-40B4-BE49-F238E27FC236}">
                <a16:creationId xmlns:a16="http://schemas.microsoft.com/office/drawing/2014/main" id="{EBEEA47F-E66C-C546-A539-293E792A32CD}"/>
              </a:ext>
            </a:extLst>
          </p:cNvPr>
          <p:cNvSpPr txBox="1">
            <a:spLocks noGrp="1"/>
          </p:cNvSpPr>
          <p:nvPr>
            <p:ph type="title" hasCustomPrompt="1"/>
          </p:nvPr>
        </p:nvSpPr>
        <p:spPr>
          <a:xfrm>
            <a:off x="571500" y="571501"/>
            <a:ext cx="11010901" cy="9525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noAutofit/>
          </a:bodyPr>
          <a:lstStyle>
            <a:lvl1pPr>
              <a:defRPr sz="4000">
                <a:solidFill>
                  <a:srgbClr val="525252"/>
                </a:solidFill>
              </a:defRPr>
            </a:lvl1pPr>
          </a:lstStyle>
          <a:p>
            <a:r>
              <a:rPr lang="en-US" dirty="0"/>
              <a:t>40pt Intel Clear Light Text Goes Here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495712A-D685-7146-A64F-2AEC13EF76F9}"/>
              </a:ext>
            </a:extLst>
          </p:cNvPr>
          <p:cNvSpPr>
            <a:spLocks noGrp="1"/>
          </p:cNvSpPr>
          <p:nvPr>
            <p:ph sz="quarter" idx="27"/>
          </p:nvPr>
        </p:nvSpPr>
        <p:spPr>
          <a:xfrm>
            <a:off x="571500" y="2139951"/>
            <a:ext cx="5288525" cy="411828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9" name="Content Placeholder 2">
            <a:extLst>
              <a:ext uri="{FF2B5EF4-FFF2-40B4-BE49-F238E27FC236}">
                <a16:creationId xmlns:a16="http://schemas.microsoft.com/office/drawing/2014/main" id="{A8FE6631-4BAF-4E4B-B6F0-F9ED72A3155E}"/>
              </a:ext>
            </a:extLst>
          </p:cNvPr>
          <p:cNvSpPr>
            <a:spLocks noGrp="1"/>
          </p:cNvSpPr>
          <p:nvPr>
            <p:ph sz="quarter" idx="28"/>
          </p:nvPr>
        </p:nvSpPr>
        <p:spPr>
          <a:xfrm>
            <a:off x="6289113" y="2139951"/>
            <a:ext cx="5288525" cy="411828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5" name="Text Placeholder 3">
            <a:extLst>
              <a:ext uri="{FF2B5EF4-FFF2-40B4-BE49-F238E27FC236}">
                <a16:creationId xmlns:a16="http://schemas.microsoft.com/office/drawing/2014/main" id="{D4EEAA39-7062-4DCE-91B8-83056F818FA8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571500" y="1612901"/>
            <a:ext cx="11022013" cy="438150"/>
          </a:xfrm>
        </p:spPr>
        <p:txBody>
          <a:bodyPr>
            <a:noAutofit/>
          </a:bodyPr>
          <a:lstStyle>
            <a:lvl1pPr marL="0" indent="0">
              <a:buNone/>
              <a:defRPr sz="3200">
                <a:solidFill>
                  <a:schemeClr val="accent1"/>
                </a:solidFill>
                <a:latin typeface="+mn-lt"/>
              </a:defRPr>
            </a:lvl1pPr>
            <a:lvl2pPr marL="22860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64883500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&amp; 2 Content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Text">
            <a:extLst>
              <a:ext uri="{FF2B5EF4-FFF2-40B4-BE49-F238E27FC236}">
                <a16:creationId xmlns:a16="http://schemas.microsoft.com/office/drawing/2014/main" id="{EBEEA47F-E66C-C546-A539-293E792A32CD}"/>
              </a:ext>
            </a:extLst>
          </p:cNvPr>
          <p:cNvSpPr txBox="1">
            <a:spLocks noGrp="1"/>
          </p:cNvSpPr>
          <p:nvPr>
            <p:ph type="title" hasCustomPrompt="1"/>
          </p:nvPr>
        </p:nvSpPr>
        <p:spPr>
          <a:xfrm>
            <a:off x="571500" y="571501"/>
            <a:ext cx="11010901" cy="9525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noAutofit/>
          </a:bodyPr>
          <a:lstStyle>
            <a:lvl1pPr>
              <a:defRPr sz="4000">
                <a:solidFill>
                  <a:srgbClr val="525252"/>
                </a:solidFill>
              </a:defRPr>
            </a:lvl1pPr>
          </a:lstStyle>
          <a:p>
            <a:r>
              <a:rPr lang="en-US" dirty="0"/>
              <a:t>40pt Intel Clear Light Text Goes Here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495712A-D685-7146-A64F-2AEC13EF76F9}"/>
              </a:ext>
            </a:extLst>
          </p:cNvPr>
          <p:cNvSpPr>
            <a:spLocks noGrp="1"/>
          </p:cNvSpPr>
          <p:nvPr>
            <p:ph sz="quarter" idx="27"/>
          </p:nvPr>
        </p:nvSpPr>
        <p:spPr>
          <a:xfrm>
            <a:off x="571500" y="1673402"/>
            <a:ext cx="5288525" cy="458483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9" name="Content Placeholder 2">
            <a:extLst>
              <a:ext uri="{FF2B5EF4-FFF2-40B4-BE49-F238E27FC236}">
                <a16:creationId xmlns:a16="http://schemas.microsoft.com/office/drawing/2014/main" id="{A8FE6631-4BAF-4E4B-B6F0-F9ED72A3155E}"/>
              </a:ext>
            </a:extLst>
          </p:cNvPr>
          <p:cNvSpPr>
            <a:spLocks noGrp="1"/>
          </p:cNvSpPr>
          <p:nvPr>
            <p:ph sz="quarter" idx="28"/>
          </p:nvPr>
        </p:nvSpPr>
        <p:spPr>
          <a:xfrm>
            <a:off x="6289113" y="1673402"/>
            <a:ext cx="5288525" cy="458483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528446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Sub, Content &amp; 2 Pictur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Title Text">
            <a:extLst>
              <a:ext uri="{FF2B5EF4-FFF2-40B4-BE49-F238E27FC236}">
                <a16:creationId xmlns:a16="http://schemas.microsoft.com/office/drawing/2014/main" id="{FAEAC0A3-8438-1245-A28C-64BC26BFB231}"/>
              </a:ext>
            </a:extLst>
          </p:cNvPr>
          <p:cNvSpPr txBox="1">
            <a:spLocks noGrp="1"/>
          </p:cNvSpPr>
          <p:nvPr>
            <p:ph type="title" hasCustomPrompt="1"/>
          </p:nvPr>
        </p:nvSpPr>
        <p:spPr>
          <a:xfrm>
            <a:off x="571500" y="567227"/>
            <a:ext cx="5755707" cy="94588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noAutofit/>
          </a:bodyPr>
          <a:lstStyle>
            <a:lvl1pPr>
              <a:defRPr sz="4000">
                <a:solidFill>
                  <a:srgbClr val="525252"/>
                </a:solidFill>
              </a:defRPr>
            </a:lvl1pPr>
          </a:lstStyle>
          <a:p>
            <a:r>
              <a:rPr lang="en-US" dirty="0"/>
              <a:t>40pt Intel Clear Light Text Goes Here</a:t>
            </a:r>
          </a:p>
        </p:txBody>
      </p:sp>
      <p:sp>
        <p:nvSpPr>
          <p:cNvPr id="25" name="Body Level One…">
            <a:extLst>
              <a:ext uri="{FF2B5EF4-FFF2-40B4-BE49-F238E27FC236}">
                <a16:creationId xmlns:a16="http://schemas.microsoft.com/office/drawing/2014/main" id="{6903F994-74B2-4D40-AA5F-7F3D24A00171}"/>
              </a:ext>
            </a:extLst>
          </p:cNvPr>
          <p:cNvSpPr txBox="1">
            <a:spLocks noGrp="1"/>
          </p:cNvSpPr>
          <p:nvPr>
            <p:ph idx="27" hasCustomPrompt="1"/>
          </p:nvPr>
        </p:nvSpPr>
        <p:spPr>
          <a:xfrm>
            <a:off x="6609331" y="2978828"/>
            <a:ext cx="4668837" cy="34534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 numCol="1">
            <a:normAutofit/>
          </a:bodyPr>
          <a:lstStyle>
            <a:lvl1pPr marL="0" marR="0" indent="0" algn="l" defTabSz="609600" eaLnBrk="1" fontAlgn="auto" latinLnBrk="0" hangingPunct="1">
              <a:lnSpc>
                <a:spcPts val="245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600"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Image Caption 16pt gray text</a:t>
            </a:r>
          </a:p>
        </p:txBody>
      </p:sp>
      <p:sp>
        <p:nvSpPr>
          <p:cNvPr id="26" name="Body Level One…">
            <a:extLst>
              <a:ext uri="{FF2B5EF4-FFF2-40B4-BE49-F238E27FC236}">
                <a16:creationId xmlns:a16="http://schemas.microsoft.com/office/drawing/2014/main" id="{BF74888E-798E-B543-94EF-279F3EA6E46B}"/>
              </a:ext>
            </a:extLst>
          </p:cNvPr>
          <p:cNvSpPr txBox="1">
            <a:spLocks noGrp="1"/>
          </p:cNvSpPr>
          <p:nvPr>
            <p:ph idx="28" hasCustomPrompt="1"/>
          </p:nvPr>
        </p:nvSpPr>
        <p:spPr>
          <a:xfrm>
            <a:off x="6609331" y="5929172"/>
            <a:ext cx="4668837" cy="34534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 numCol="1">
            <a:normAutofit/>
          </a:bodyPr>
          <a:lstStyle>
            <a:lvl1pPr marL="0" marR="0" indent="0" algn="l" defTabSz="609600" eaLnBrk="1" fontAlgn="auto" latinLnBrk="0" hangingPunct="1">
              <a:lnSpc>
                <a:spcPts val="245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600"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Image Caption 16pt gray text</a:t>
            </a:r>
          </a:p>
        </p:txBody>
      </p:sp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BB3C6455-4913-47BC-8232-AB0BABBA08C3}"/>
              </a:ext>
            </a:extLst>
          </p:cNvPr>
          <p:cNvSpPr>
            <a:spLocks noGrp="1"/>
          </p:cNvSpPr>
          <p:nvPr>
            <p:ph type="pic" sz="quarter" idx="30"/>
          </p:nvPr>
        </p:nvSpPr>
        <p:spPr>
          <a:xfrm>
            <a:off x="6609331" y="571500"/>
            <a:ext cx="4668837" cy="2381250"/>
          </a:xfrm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20" name="Picture Placeholder 4">
            <a:extLst>
              <a:ext uri="{FF2B5EF4-FFF2-40B4-BE49-F238E27FC236}">
                <a16:creationId xmlns:a16="http://schemas.microsoft.com/office/drawing/2014/main" id="{5CA48836-DAA2-4E4F-A22A-2F5682E12CEF}"/>
              </a:ext>
            </a:extLst>
          </p:cNvPr>
          <p:cNvSpPr>
            <a:spLocks noGrp="1"/>
          </p:cNvSpPr>
          <p:nvPr>
            <p:ph type="pic" sz="quarter" idx="31"/>
          </p:nvPr>
        </p:nvSpPr>
        <p:spPr>
          <a:xfrm>
            <a:off x="6609331" y="3537061"/>
            <a:ext cx="4668837" cy="2381250"/>
          </a:xfrm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DC0D3278-E8A7-4B14-A5ED-BE235CEC6F80}"/>
              </a:ext>
            </a:extLst>
          </p:cNvPr>
          <p:cNvSpPr>
            <a:spLocks noGrp="1"/>
          </p:cNvSpPr>
          <p:nvPr>
            <p:ph sz="quarter" idx="32"/>
          </p:nvPr>
        </p:nvSpPr>
        <p:spPr>
          <a:xfrm>
            <a:off x="571500" y="2139952"/>
            <a:ext cx="5768944" cy="411828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7" name="Text Placeholder 3">
            <a:extLst>
              <a:ext uri="{FF2B5EF4-FFF2-40B4-BE49-F238E27FC236}">
                <a16:creationId xmlns:a16="http://schemas.microsoft.com/office/drawing/2014/main" id="{403FD6E6-528D-49D5-BBAB-B26572C15F20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571500" y="1612901"/>
            <a:ext cx="5768944" cy="438150"/>
          </a:xfrm>
        </p:spPr>
        <p:txBody>
          <a:bodyPr>
            <a:noAutofit/>
          </a:bodyPr>
          <a:lstStyle>
            <a:lvl1pPr marL="0" indent="0">
              <a:buNone/>
              <a:defRPr sz="3200">
                <a:solidFill>
                  <a:schemeClr val="accent1"/>
                </a:solidFill>
                <a:latin typeface="+mn-lt"/>
              </a:defRPr>
            </a:lvl1pPr>
            <a:lvl2pPr marL="22860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36173164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Sub, Content &amp;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BB3C6455-4913-47BC-8232-AB0BABBA08C3}"/>
              </a:ext>
            </a:extLst>
          </p:cNvPr>
          <p:cNvSpPr>
            <a:spLocks noGrp="1"/>
          </p:cNvSpPr>
          <p:nvPr>
            <p:ph type="pic" sz="quarter" idx="30"/>
          </p:nvPr>
        </p:nvSpPr>
        <p:spPr>
          <a:xfrm>
            <a:off x="6615046" y="0"/>
            <a:ext cx="5129422" cy="6416167"/>
          </a:xfrm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23" name="Title Text">
            <a:extLst>
              <a:ext uri="{FF2B5EF4-FFF2-40B4-BE49-F238E27FC236}">
                <a16:creationId xmlns:a16="http://schemas.microsoft.com/office/drawing/2014/main" id="{FAEAC0A3-8438-1245-A28C-64BC26BFB231}"/>
              </a:ext>
            </a:extLst>
          </p:cNvPr>
          <p:cNvSpPr txBox="1">
            <a:spLocks noGrp="1"/>
          </p:cNvSpPr>
          <p:nvPr>
            <p:ph type="title" hasCustomPrompt="1"/>
          </p:nvPr>
        </p:nvSpPr>
        <p:spPr>
          <a:xfrm>
            <a:off x="571500" y="567227"/>
            <a:ext cx="5747107" cy="94588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noAutofit/>
          </a:bodyPr>
          <a:lstStyle>
            <a:lvl1pPr>
              <a:defRPr sz="4000">
                <a:solidFill>
                  <a:srgbClr val="525252"/>
                </a:solidFill>
              </a:defRPr>
            </a:lvl1pPr>
          </a:lstStyle>
          <a:p>
            <a:r>
              <a:rPr lang="en-US" dirty="0"/>
              <a:t>40pt Intel Clear Light Text Goes Here</a:t>
            </a:r>
          </a:p>
        </p:txBody>
      </p:sp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7B7FB3F6-9C71-45A0-8236-12671533CA22}"/>
              </a:ext>
            </a:extLst>
          </p:cNvPr>
          <p:cNvSpPr>
            <a:spLocks noGrp="1"/>
          </p:cNvSpPr>
          <p:nvPr>
            <p:ph sz="quarter" idx="32"/>
          </p:nvPr>
        </p:nvSpPr>
        <p:spPr>
          <a:xfrm>
            <a:off x="571500" y="2139952"/>
            <a:ext cx="5768944" cy="411828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5" name="Text Placeholder 3">
            <a:extLst>
              <a:ext uri="{FF2B5EF4-FFF2-40B4-BE49-F238E27FC236}">
                <a16:creationId xmlns:a16="http://schemas.microsoft.com/office/drawing/2014/main" id="{B1C73349-1E00-4922-970C-187F97CE0620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571500" y="1612901"/>
            <a:ext cx="5768944" cy="438150"/>
          </a:xfrm>
        </p:spPr>
        <p:txBody>
          <a:bodyPr>
            <a:noAutofit/>
          </a:bodyPr>
          <a:lstStyle>
            <a:lvl1pPr marL="0" indent="0">
              <a:buNone/>
              <a:defRPr sz="3200">
                <a:solidFill>
                  <a:schemeClr val="accent1"/>
                </a:solidFill>
                <a:latin typeface="+mn-lt"/>
              </a:defRPr>
            </a:lvl1pPr>
            <a:lvl2pPr marL="22860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12954073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&amp; Full Page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AAD9210-5064-4050-9368-9292054D59F4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-11286" y="0"/>
            <a:ext cx="11744325" cy="6401797"/>
          </a:xfrm>
          <a:noFill/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11" name="Title Text">
            <a:extLst>
              <a:ext uri="{FF2B5EF4-FFF2-40B4-BE49-F238E27FC236}">
                <a16:creationId xmlns:a16="http://schemas.microsoft.com/office/drawing/2014/main" id="{14AFAB66-6BED-5D47-B26F-D9C8808F3A18}"/>
              </a:ext>
            </a:extLst>
          </p:cNvPr>
          <p:cNvSpPr txBox="1">
            <a:spLocks noGrp="1"/>
          </p:cNvSpPr>
          <p:nvPr>
            <p:ph type="title" hasCustomPrompt="1"/>
          </p:nvPr>
        </p:nvSpPr>
        <p:spPr>
          <a:xfrm>
            <a:off x="571500" y="571500"/>
            <a:ext cx="11010899" cy="8763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normAutofit/>
          </a:bodyPr>
          <a:lstStyle>
            <a:lvl1pPr>
              <a:defRPr sz="4000"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Full page Image, Delete Title if Necessary</a:t>
            </a:r>
          </a:p>
        </p:txBody>
      </p:sp>
    </p:spTree>
    <p:extLst>
      <p:ext uri="{BB962C8B-B14F-4D97-AF65-F5344CB8AC3E}">
        <p14:creationId xmlns:p14="http://schemas.microsoft.com/office/powerpoint/2010/main" val="206656621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&amp; 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Text">
            <a:extLst>
              <a:ext uri="{FF2B5EF4-FFF2-40B4-BE49-F238E27FC236}">
                <a16:creationId xmlns:a16="http://schemas.microsoft.com/office/drawing/2014/main" id="{145FA424-6F4D-7644-8964-49FF4943202D}"/>
              </a:ext>
            </a:extLst>
          </p:cNvPr>
          <p:cNvSpPr txBox="1">
            <a:spLocks noGrp="1"/>
          </p:cNvSpPr>
          <p:nvPr>
            <p:ph type="title" hasCustomPrompt="1"/>
          </p:nvPr>
        </p:nvSpPr>
        <p:spPr>
          <a:xfrm>
            <a:off x="571501" y="571501"/>
            <a:ext cx="11022060" cy="87374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normAutofit/>
          </a:bodyPr>
          <a:lstStyle>
            <a:lvl1pPr>
              <a:defRPr sz="4000">
                <a:solidFill>
                  <a:srgbClr val="525252"/>
                </a:solidFill>
              </a:defRPr>
            </a:lvl1pPr>
          </a:lstStyle>
          <a:p>
            <a:r>
              <a:rPr lang="en-US" dirty="0"/>
              <a:t>40pt Intel Clear Light Text Goes Here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BF36A7C-A787-47EC-ACD5-77F3FD6AFB8D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71500" y="1592529"/>
            <a:ext cx="11010900" cy="3727184"/>
          </a:xfrm>
        </p:spPr>
        <p:txBody>
          <a:bodyPr>
            <a:normAutofit/>
          </a:bodyPr>
          <a:lstStyle>
            <a:lvl1pPr marL="0" indent="0">
              <a:buNone/>
              <a:defRPr sz="6000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3">
            <a:extLst>
              <a:ext uri="{FF2B5EF4-FFF2-40B4-BE49-F238E27FC236}">
                <a16:creationId xmlns:a16="http://schemas.microsoft.com/office/drawing/2014/main" id="{4E196E31-7238-4049-821C-D94FDEAEDC56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571500" y="5461818"/>
            <a:ext cx="11022013" cy="438150"/>
          </a:xfrm>
        </p:spPr>
        <p:txBody>
          <a:bodyPr/>
          <a:lstStyle>
            <a:lvl1pPr marL="0" indent="0">
              <a:buNone/>
              <a:defRPr>
                <a:solidFill>
                  <a:schemeClr val="accent1"/>
                </a:solidFill>
                <a:latin typeface="+mn-lt"/>
              </a:defRPr>
            </a:lvl1pPr>
            <a:lvl2pPr marL="22860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2090307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3_Chart Exampl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>
            <a:extLst>
              <a:ext uri="{FF2B5EF4-FFF2-40B4-BE49-F238E27FC236}">
                <a16:creationId xmlns:a16="http://schemas.microsoft.com/office/drawing/2014/main" id="{E7759918-59AA-4DFC-90DA-60CD5B2BD6B8}"/>
              </a:ext>
            </a:extLst>
          </p:cNvPr>
          <p:cNvSpPr/>
          <p:nvPr/>
        </p:nvSpPr>
        <p:spPr>
          <a:xfrm>
            <a:off x="0" y="6407451"/>
            <a:ext cx="11736987" cy="450549"/>
          </a:xfrm>
          <a:prstGeom prst="rect">
            <a:avLst/>
          </a:prstGeom>
          <a:solidFill>
            <a:schemeClr val="tx2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16" name="Square">
            <a:extLst>
              <a:ext uri="{FF2B5EF4-FFF2-40B4-BE49-F238E27FC236}">
                <a16:creationId xmlns:a16="http://schemas.microsoft.com/office/drawing/2014/main" id="{D4662ED0-432E-6C48-8B26-9A21EDA54E68}"/>
              </a:ext>
            </a:extLst>
          </p:cNvPr>
          <p:cNvSpPr/>
          <p:nvPr/>
        </p:nvSpPr>
        <p:spPr>
          <a:xfrm>
            <a:off x="11741697" y="6407185"/>
            <a:ext cx="450068" cy="450068"/>
          </a:xfrm>
          <a:prstGeom prst="rect">
            <a:avLst/>
          </a:prstGeom>
          <a:solidFill>
            <a:schemeClr val="accent1">
              <a:alpha val="50000"/>
            </a:schemeClr>
          </a:solidFill>
          <a:ln w="12700">
            <a:miter lim="400000"/>
          </a:ln>
        </p:spPr>
        <p:txBody>
          <a:bodyPr lIns="0" tIns="0" rIns="0" bIns="0" anchor="ctr"/>
          <a:lstStyle/>
          <a:p>
            <a:pPr defTabSz="412750">
              <a:defRPr sz="3200">
                <a:solidFill>
                  <a:srgbClr val="026FC5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sz="1600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EFDF4199-9905-E94D-9EEB-E7016E48C0FC}"/>
              </a:ext>
            </a:extLst>
          </p:cNvPr>
          <p:cNvSpPr txBox="1"/>
          <p:nvPr/>
        </p:nvSpPr>
        <p:spPr>
          <a:xfrm>
            <a:off x="11881866" y="6268286"/>
            <a:ext cx="207818" cy="463973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25400" tIns="25400" rIns="25400" bIns="25400" numCol="1" spcCol="38100" rtlCol="0" anchor="ctr">
            <a:spAutoFit/>
          </a:bodyPr>
          <a:lstStyle/>
          <a:p>
            <a:pPr marL="0" marR="0" indent="0" algn="l" defTabSz="1219169" rtl="0" fontAlgn="auto" latinLnBrk="0" hangingPunct="0">
              <a:lnSpc>
                <a:spcPct val="90000"/>
              </a:lnSpc>
              <a:spcBef>
                <a:spcPts val="225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fld id="{302FE90D-A879-0D42-B0CA-7E5C0D197FB5}" type="slidenum">
              <a:rPr kumimoji="0" lang="en-US" sz="850" b="0" i="0" u="none" strike="noStrike" cap="none" spc="0" normalizeH="0" baseline="0" smtClean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Intel Clear" panose="020B0604020203020204" pitchFamily="34" charset="0"/>
                <a:ea typeface="Intel Clear" panose="020B0604020203020204" pitchFamily="34" charset="0"/>
                <a:cs typeface="Intel Clear" panose="020B0604020203020204" pitchFamily="34" charset="0"/>
                <a:sym typeface="Helvetica Neue"/>
              </a:rPr>
              <a:pPr marL="0" marR="0" indent="0" algn="l" defTabSz="1219169" rtl="0" fontAlgn="auto" latinLnBrk="0" hangingPunct="0">
                <a:lnSpc>
                  <a:spcPct val="90000"/>
                </a:lnSpc>
                <a:spcBef>
                  <a:spcPts val="225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t>‹#›</a:t>
            </a:fld>
            <a:endParaRPr kumimoji="0" lang="en-US" sz="850" b="0" i="0" u="none" strike="noStrike" cap="none" spc="0" normalizeH="0" baseline="0" dirty="0">
              <a:ln>
                <a:noFill/>
              </a:ln>
              <a:solidFill>
                <a:schemeClr val="bg1"/>
              </a:solidFill>
              <a:effectLst/>
              <a:uFillTx/>
              <a:latin typeface="Intel Clear" panose="020B0604020203020204" pitchFamily="34" charset="0"/>
              <a:ea typeface="Intel Clear" panose="020B0604020203020204" pitchFamily="34" charset="0"/>
              <a:cs typeface="Intel Clear" panose="020B0604020203020204" pitchFamily="34" charset="0"/>
              <a:sym typeface="Helvetica Neue"/>
            </a:endParaRPr>
          </a:p>
        </p:txBody>
      </p:sp>
      <p:sp>
        <p:nvSpPr>
          <p:cNvPr id="10" name="Title Text">
            <a:extLst>
              <a:ext uri="{FF2B5EF4-FFF2-40B4-BE49-F238E27FC236}">
                <a16:creationId xmlns:a16="http://schemas.microsoft.com/office/drawing/2014/main" id="{145FA424-6F4D-7644-8964-49FF4943202D}"/>
              </a:ext>
            </a:extLst>
          </p:cNvPr>
          <p:cNvSpPr txBox="1">
            <a:spLocks noGrp="1"/>
          </p:cNvSpPr>
          <p:nvPr>
            <p:ph type="title" hasCustomPrompt="1"/>
          </p:nvPr>
        </p:nvSpPr>
        <p:spPr>
          <a:xfrm>
            <a:off x="571501" y="571501"/>
            <a:ext cx="11022060" cy="87374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normAutofit/>
          </a:bodyPr>
          <a:lstStyle>
            <a:lvl1pPr>
              <a:defRPr sz="40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40pt Intel Clear Light Text Goes Here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BF36A7C-A787-47EC-ACD5-77F3FD6AFB8D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71500" y="1599816"/>
            <a:ext cx="11010900" cy="3719897"/>
          </a:xfrm>
        </p:spPr>
        <p:txBody>
          <a:bodyPr>
            <a:normAutofit/>
          </a:bodyPr>
          <a:lstStyle>
            <a:lvl1pPr marL="0" indent="0">
              <a:buNone/>
              <a:defRPr sz="60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11" name="Image" descr="Image">
            <a:extLst>
              <a:ext uri="{FF2B5EF4-FFF2-40B4-BE49-F238E27FC236}">
                <a16:creationId xmlns:a16="http://schemas.microsoft.com/office/drawing/2014/main" id="{B9FFF72B-62D2-4E22-9A98-EF3F6229F4A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51433" y="6543018"/>
            <a:ext cx="491250" cy="190501"/>
          </a:xfrm>
          <a:prstGeom prst="rect">
            <a:avLst/>
          </a:prstGeom>
          <a:ln w="12700">
            <a:miter lim="400000"/>
          </a:ln>
        </p:spPr>
      </p:pic>
      <p:sp>
        <p:nvSpPr>
          <p:cNvPr id="12" name="Rectangle 11">
            <a:extLst>
              <a:ext uri="{FF2B5EF4-FFF2-40B4-BE49-F238E27FC236}">
                <a16:creationId xmlns:a16="http://schemas.microsoft.com/office/drawing/2014/main" id="{EBD06FF7-C66A-4B8C-9693-1423A8337983}"/>
              </a:ext>
            </a:extLst>
          </p:cNvPr>
          <p:cNvSpPr/>
          <p:nvPr/>
        </p:nvSpPr>
        <p:spPr>
          <a:xfrm>
            <a:off x="5061102" y="6562504"/>
            <a:ext cx="2069797" cy="2314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1000" dirty="0">
                <a:solidFill>
                  <a:schemeClr val="bg1"/>
                </a:solidFill>
              </a:rPr>
              <a:t>Intel Confidential – Internal Only</a:t>
            </a:r>
          </a:p>
        </p:txBody>
      </p:sp>
      <p:sp>
        <p:nvSpPr>
          <p:cNvPr id="14" name="Text Placeholder 3">
            <a:extLst>
              <a:ext uri="{FF2B5EF4-FFF2-40B4-BE49-F238E27FC236}">
                <a16:creationId xmlns:a16="http://schemas.microsoft.com/office/drawing/2014/main" id="{222ECF1F-2453-406E-AC0D-F6E6614ECF80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571500" y="5476099"/>
            <a:ext cx="11022013" cy="438150"/>
          </a:xfrm>
        </p:spPr>
        <p:txBody>
          <a:bodyPr/>
          <a:lstStyle>
            <a:lvl1pPr marL="0" indent="0">
              <a:buNone/>
              <a:defRPr>
                <a:solidFill>
                  <a:schemeClr val="bg1"/>
                </a:solidFill>
                <a:latin typeface="+mn-lt"/>
              </a:defRPr>
            </a:lvl1pPr>
            <a:lvl2pPr marL="22860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16C53A36-6661-45AA-8054-02BA7512E621}"/>
              </a:ext>
            </a:extLst>
          </p:cNvPr>
          <p:cNvSpPr/>
          <p:nvPr/>
        </p:nvSpPr>
        <p:spPr>
          <a:xfrm rot="5400000">
            <a:off x="8758537" y="2978453"/>
            <a:ext cx="6407450" cy="450549"/>
          </a:xfrm>
          <a:prstGeom prst="rect">
            <a:avLst/>
          </a:prstGeom>
          <a:solidFill>
            <a:schemeClr val="tx2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A46A0769-1A94-4AD4-AA8D-E3F9AFE0FED6}"/>
              </a:ext>
            </a:extLst>
          </p:cNvPr>
          <p:cNvSpPr/>
          <p:nvPr/>
        </p:nvSpPr>
        <p:spPr>
          <a:xfrm>
            <a:off x="483010" y="6562504"/>
            <a:ext cx="1630575" cy="2314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l"/>
            <a:r>
              <a:rPr lang="en-US" sz="1000" dirty="0">
                <a:solidFill>
                  <a:schemeClr val="bg1"/>
                </a:solidFill>
              </a:rPr>
              <a:t>Ethernet Products Group</a:t>
            </a:r>
          </a:p>
        </p:txBody>
      </p:sp>
    </p:spTree>
    <p:extLst>
      <p:ext uri="{BB962C8B-B14F-4D97-AF65-F5344CB8AC3E}">
        <p14:creationId xmlns:p14="http://schemas.microsoft.com/office/powerpoint/2010/main" val="134676232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Break 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itle Text">
            <a:extLst>
              <a:ext uri="{FF2B5EF4-FFF2-40B4-BE49-F238E27FC236}">
                <a16:creationId xmlns:a16="http://schemas.microsoft.com/office/drawing/2014/main" id="{56CA39C9-EAE4-4511-9CE8-BB4D4B47FC0C}"/>
              </a:ext>
            </a:extLst>
          </p:cNvPr>
          <p:cNvSpPr txBox="1">
            <a:spLocks noGrp="1"/>
          </p:cNvSpPr>
          <p:nvPr>
            <p:ph type="title" hasCustomPrompt="1"/>
          </p:nvPr>
        </p:nvSpPr>
        <p:spPr>
          <a:xfrm>
            <a:off x="571370" y="2140785"/>
            <a:ext cx="11010816" cy="165168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 anchor="b" anchorCtr="0">
            <a:noAutofit/>
          </a:bodyPr>
          <a:lstStyle>
            <a:lvl1pPr>
              <a:defRPr sz="4800">
                <a:solidFill>
                  <a:srgbClr val="525252"/>
                </a:solidFill>
              </a:defRPr>
            </a:lvl1pPr>
          </a:lstStyle>
          <a:p>
            <a:r>
              <a:rPr lang="en-US" dirty="0"/>
              <a:t>Section Break Text Goes Here</a:t>
            </a:r>
          </a:p>
        </p:txBody>
      </p:sp>
      <p:sp>
        <p:nvSpPr>
          <p:cNvPr id="8" name="Text Placeholder 3">
            <a:extLst>
              <a:ext uri="{FF2B5EF4-FFF2-40B4-BE49-F238E27FC236}">
                <a16:creationId xmlns:a16="http://schemas.microsoft.com/office/drawing/2014/main" id="{4B923F7B-306D-4D7E-9DB3-5B163B8D53FC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571500" y="3939750"/>
            <a:ext cx="11022013" cy="438150"/>
          </a:xfrm>
        </p:spPr>
        <p:txBody>
          <a:bodyPr/>
          <a:lstStyle>
            <a:lvl1pPr marL="0" indent="0">
              <a:buNone/>
              <a:defRPr>
                <a:solidFill>
                  <a:schemeClr val="accent1"/>
                </a:solidFill>
                <a:latin typeface="+mn-lt"/>
              </a:defRPr>
            </a:lvl1pPr>
            <a:lvl2pPr marL="22860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90079695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Section Break Blu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C8B5B8CD-DD94-44E8-9F69-C9075C2E0A93}"/>
              </a:ext>
            </a:extLst>
          </p:cNvPr>
          <p:cNvSpPr/>
          <p:nvPr/>
        </p:nvSpPr>
        <p:spPr>
          <a:xfrm>
            <a:off x="0" y="6407451"/>
            <a:ext cx="11736987" cy="450549"/>
          </a:xfrm>
          <a:prstGeom prst="rect">
            <a:avLst/>
          </a:prstGeom>
          <a:solidFill>
            <a:schemeClr val="tx2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pic>
        <p:nvPicPr>
          <p:cNvPr id="721" name="Image" descr="Imag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51433" y="6543018"/>
            <a:ext cx="491250" cy="190501"/>
          </a:xfrm>
          <a:prstGeom prst="rect">
            <a:avLst/>
          </a:prstGeom>
          <a:ln w="12700">
            <a:miter lim="400000"/>
          </a:ln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3F655609-5439-9C4A-8F0D-9AB5A1AAC9A3}"/>
              </a:ext>
            </a:extLst>
          </p:cNvPr>
          <p:cNvSpPr txBox="1"/>
          <p:nvPr/>
        </p:nvSpPr>
        <p:spPr>
          <a:xfrm>
            <a:off x="11881866" y="6268286"/>
            <a:ext cx="207818" cy="463973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25400" tIns="25400" rIns="25400" bIns="25400" numCol="1" spcCol="38100" rtlCol="0" anchor="ctr">
            <a:spAutoFit/>
          </a:bodyPr>
          <a:lstStyle/>
          <a:p>
            <a:pPr marL="0" marR="0" indent="0" algn="l" defTabSz="1219169" rtl="0" fontAlgn="auto" latinLnBrk="0" hangingPunct="0">
              <a:lnSpc>
                <a:spcPct val="90000"/>
              </a:lnSpc>
              <a:spcBef>
                <a:spcPts val="225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fld id="{302FE90D-A879-0D42-B0CA-7E5C0D197FB5}" type="slidenum">
              <a:rPr kumimoji="0" lang="en-US" sz="850" b="0" i="0" u="none" strike="noStrike" cap="none" spc="0" normalizeH="0" baseline="0" smtClean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Intel Clear" panose="020B0604020203020204" pitchFamily="34" charset="0"/>
                <a:ea typeface="Intel Clear" panose="020B0604020203020204" pitchFamily="34" charset="0"/>
                <a:cs typeface="Intel Clear" panose="020B0604020203020204" pitchFamily="34" charset="0"/>
                <a:sym typeface="Helvetica Neue"/>
              </a:rPr>
              <a:pPr marL="0" marR="0" indent="0" algn="l" defTabSz="1219169" rtl="0" fontAlgn="auto" latinLnBrk="0" hangingPunct="0">
                <a:lnSpc>
                  <a:spcPct val="90000"/>
                </a:lnSpc>
                <a:spcBef>
                  <a:spcPts val="225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t>‹#›</a:t>
            </a:fld>
            <a:endParaRPr kumimoji="0" lang="en-US" sz="850" b="0" i="0" u="none" strike="noStrike" cap="none" spc="0" normalizeH="0" baseline="0" dirty="0">
              <a:ln>
                <a:noFill/>
              </a:ln>
              <a:solidFill>
                <a:srgbClr val="FFFFFF"/>
              </a:solidFill>
              <a:effectLst/>
              <a:uFillTx/>
              <a:latin typeface="Intel Clear" panose="020B0604020203020204" pitchFamily="34" charset="0"/>
              <a:ea typeface="Intel Clear" panose="020B0604020203020204" pitchFamily="34" charset="0"/>
              <a:cs typeface="Intel Clear" panose="020B0604020203020204" pitchFamily="34" charset="0"/>
              <a:sym typeface="Helvetica Neue"/>
            </a:endParaRPr>
          </a:p>
        </p:txBody>
      </p:sp>
      <p:sp>
        <p:nvSpPr>
          <p:cNvPr id="16" name="Title Text">
            <a:extLst>
              <a:ext uri="{FF2B5EF4-FFF2-40B4-BE49-F238E27FC236}">
                <a16:creationId xmlns:a16="http://schemas.microsoft.com/office/drawing/2014/main" id="{38003A1C-51D1-4427-BFE8-8448E4C61D6B}"/>
              </a:ext>
            </a:extLst>
          </p:cNvPr>
          <p:cNvSpPr txBox="1">
            <a:spLocks noGrp="1"/>
          </p:cNvSpPr>
          <p:nvPr>
            <p:ph type="title" hasCustomPrompt="1"/>
          </p:nvPr>
        </p:nvSpPr>
        <p:spPr>
          <a:xfrm>
            <a:off x="571370" y="2140785"/>
            <a:ext cx="11010816" cy="165168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 anchor="b" anchorCtr="0">
            <a:noAutofit/>
          </a:bodyPr>
          <a:lstStyle>
            <a:lvl1pPr>
              <a:defRPr sz="48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Section Break Text Goes Here</a:t>
            </a:r>
          </a:p>
        </p:txBody>
      </p:sp>
      <p:sp>
        <p:nvSpPr>
          <p:cNvPr id="10" name="Text Placeholder 3">
            <a:extLst>
              <a:ext uri="{FF2B5EF4-FFF2-40B4-BE49-F238E27FC236}">
                <a16:creationId xmlns:a16="http://schemas.microsoft.com/office/drawing/2014/main" id="{130F9DFC-5AE2-4BB1-822C-8EAEAE2CA5F2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571500" y="3948942"/>
            <a:ext cx="11022013" cy="438150"/>
          </a:xfrm>
        </p:spPr>
        <p:txBody>
          <a:bodyPr/>
          <a:lstStyle>
            <a:lvl1pPr marL="0" indent="0">
              <a:buNone/>
              <a:defRPr>
                <a:solidFill>
                  <a:schemeClr val="bg1"/>
                </a:solidFill>
                <a:latin typeface="+mn-lt"/>
              </a:defRPr>
            </a:lvl1pPr>
            <a:lvl2pPr marL="22860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F82519BB-51CE-4A9C-AFEF-514971F5D779}"/>
              </a:ext>
            </a:extLst>
          </p:cNvPr>
          <p:cNvSpPr/>
          <p:nvPr/>
        </p:nvSpPr>
        <p:spPr>
          <a:xfrm rot="5400000">
            <a:off x="8758537" y="2978453"/>
            <a:ext cx="6407450" cy="450549"/>
          </a:xfrm>
          <a:prstGeom prst="rect">
            <a:avLst/>
          </a:prstGeom>
          <a:solidFill>
            <a:schemeClr val="tx2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103E0CE2-17D2-43E9-B4CE-066B2E926FE4}"/>
              </a:ext>
            </a:extLst>
          </p:cNvPr>
          <p:cNvSpPr/>
          <p:nvPr/>
        </p:nvSpPr>
        <p:spPr>
          <a:xfrm>
            <a:off x="5061102" y="6562504"/>
            <a:ext cx="2069797" cy="2314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1000" dirty="0">
                <a:solidFill>
                  <a:schemeClr val="bg1"/>
                </a:solidFill>
              </a:rPr>
              <a:t>Intel Confidential – Internal Only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043E14DB-8E3E-4E72-B0BF-D8D3A12F9ED7}"/>
              </a:ext>
            </a:extLst>
          </p:cNvPr>
          <p:cNvSpPr/>
          <p:nvPr/>
        </p:nvSpPr>
        <p:spPr>
          <a:xfrm>
            <a:off x="483010" y="6562504"/>
            <a:ext cx="1630575" cy="2314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l"/>
            <a:r>
              <a:rPr lang="en-US" sz="1000" dirty="0">
                <a:solidFill>
                  <a:schemeClr val="bg1"/>
                </a:solidFill>
              </a:rPr>
              <a:t>Ethernet Products Group</a:t>
            </a:r>
          </a:p>
        </p:txBody>
      </p:sp>
    </p:spTree>
    <p:extLst>
      <p:ext uri="{BB962C8B-B14F-4D97-AF65-F5344CB8AC3E}">
        <p14:creationId xmlns:p14="http://schemas.microsoft.com/office/powerpoint/2010/main" val="190262008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Section Break Light Blue">
    <p:bg>
      <p:bgPr>
        <a:solidFill>
          <a:schemeClr val="accent2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:a16="http://schemas.microsoft.com/office/drawing/2014/main" id="{FE22C60C-8CBC-40B8-ABEA-44BF775A3581}"/>
              </a:ext>
            </a:extLst>
          </p:cNvPr>
          <p:cNvSpPr/>
          <p:nvPr/>
        </p:nvSpPr>
        <p:spPr>
          <a:xfrm rot="5400000">
            <a:off x="8758537" y="2978453"/>
            <a:ext cx="6407450" cy="450549"/>
          </a:xfrm>
          <a:prstGeom prst="rect">
            <a:avLst/>
          </a:prstGeom>
          <a:solidFill>
            <a:schemeClr val="accent2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pic>
        <p:nvPicPr>
          <p:cNvPr id="862" name="Image" descr="Imag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51433" y="6543018"/>
            <a:ext cx="491250" cy="190501"/>
          </a:xfrm>
          <a:prstGeom prst="rect">
            <a:avLst/>
          </a:prstGeom>
          <a:ln w="12700">
            <a:miter lim="400000"/>
          </a:ln>
        </p:spPr>
      </p:pic>
      <p:sp>
        <p:nvSpPr>
          <p:cNvPr id="866" name="Text"/>
          <p:cNvSpPr txBox="1"/>
          <p:nvPr/>
        </p:nvSpPr>
        <p:spPr>
          <a:xfrm>
            <a:off x="11942955" y="6538004"/>
            <a:ext cx="51361" cy="189796"/>
          </a:xfrm>
          <a:prstGeom prst="rect">
            <a:avLst/>
          </a:prstGeom>
          <a:ln w="12700">
            <a:miter lim="400000"/>
          </a:ln>
        </p:spPr>
        <p:txBody>
          <a:bodyPr wrap="none" lIns="25400" tIns="25400" rIns="25400" bIns="25400" anchor="b">
            <a:spAutoFit/>
          </a:bodyPr>
          <a:lstStyle/>
          <a:p>
            <a:pPr algn="ctr" defTabSz="292100">
              <a:lnSpc>
                <a:spcPct val="100000"/>
              </a:lnSpc>
              <a:spcBef>
                <a:spcPts val="0"/>
              </a:spcBef>
              <a:defRPr sz="1800">
                <a:solidFill>
                  <a:srgbClr val="FFFFFF"/>
                </a:solidFill>
                <a:latin typeface="Intel Clear"/>
                <a:ea typeface="Intel Clear"/>
                <a:cs typeface="Intel Clear"/>
                <a:sym typeface="Intel Clear"/>
              </a:defRPr>
            </a:pPr>
            <a:endParaRPr sz="90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D4875CE-AB47-3643-8581-D89E9CF7EFC1}"/>
              </a:ext>
            </a:extLst>
          </p:cNvPr>
          <p:cNvSpPr txBox="1"/>
          <p:nvPr/>
        </p:nvSpPr>
        <p:spPr>
          <a:xfrm>
            <a:off x="11881866" y="6268286"/>
            <a:ext cx="207818" cy="463973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25400" tIns="25400" rIns="25400" bIns="25400" numCol="1" spcCol="38100" rtlCol="0" anchor="ctr">
            <a:spAutoFit/>
          </a:bodyPr>
          <a:lstStyle/>
          <a:p>
            <a:pPr marL="0" marR="0" indent="0" algn="l" defTabSz="1219169" rtl="0" fontAlgn="auto" latinLnBrk="0" hangingPunct="0">
              <a:lnSpc>
                <a:spcPct val="90000"/>
              </a:lnSpc>
              <a:spcBef>
                <a:spcPts val="225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fld id="{302FE90D-A879-0D42-B0CA-7E5C0D197FB5}" type="slidenum">
              <a:rPr kumimoji="0" lang="en-US" sz="850" b="0" i="0" u="none" strike="noStrike" cap="none" spc="0" normalizeH="0" baseline="0" smtClean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Intel Clear" panose="020B0604020203020204" pitchFamily="34" charset="0"/>
                <a:ea typeface="Intel Clear" panose="020B0604020203020204" pitchFamily="34" charset="0"/>
                <a:cs typeface="Intel Clear" panose="020B0604020203020204" pitchFamily="34" charset="0"/>
                <a:sym typeface="Helvetica Neue"/>
              </a:rPr>
              <a:pPr marL="0" marR="0" indent="0" algn="l" defTabSz="1219169" rtl="0" fontAlgn="auto" latinLnBrk="0" hangingPunct="0">
                <a:lnSpc>
                  <a:spcPct val="90000"/>
                </a:lnSpc>
                <a:spcBef>
                  <a:spcPts val="225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t>‹#›</a:t>
            </a:fld>
            <a:endParaRPr kumimoji="0" lang="en-US" sz="850" b="0" i="0" u="none" strike="noStrike" cap="none" spc="0" normalizeH="0" baseline="0" dirty="0">
              <a:ln>
                <a:noFill/>
              </a:ln>
              <a:solidFill>
                <a:srgbClr val="FFFFFF"/>
              </a:solidFill>
              <a:effectLst/>
              <a:uFillTx/>
              <a:latin typeface="Intel Clear" panose="020B0604020203020204" pitchFamily="34" charset="0"/>
              <a:ea typeface="Intel Clear" panose="020B0604020203020204" pitchFamily="34" charset="0"/>
              <a:cs typeface="Intel Clear" panose="020B0604020203020204" pitchFamily="34" charset="0"/>
              <a:sym typeface="Helvetica Neue"/>
            </a:endParaRPr>
          </a:p>
        </p:txBody>
      </p:sp>
      <p:sp>
        <p:nvSpPr>
          <p:cNvPr id="17" name="Title Text">
            <a:extLst>
              <a:ext uri="{FF2B5EF4-FFF2-40B4-BE49-F238E27FC236}">
                <a16:creationId xmlns:a16="http://schemas.microsoft.com/office/drawing/2014/main" id="{5844F860-03F8-4657-A6E6-4E8919DD4FFF}"/>
              </a:ext>
            </a:extLst>
          </p:cNvPr>
          <p:cNvSpPr txBox="1">
            <a:spLocks noGrp="1"/>
          </p:cNvSpPr>
          <p:nvPr>
            <p:ph type="title" hasCustomPrompt="1"/>
          </p:nvPr>
        </p:nvSpPr>
        <p:spPr>
          <a:xfrm>
            <a:off x="571370" y="2140785"/>
            <a:ext cx="11010816" cy="165168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 anchor="b" anchorCtr="0">
            <a:noAutofit/>
          </a:bodyPr>
          <a:lstStyle>
            <a:lvl1pPr>
              <a:defRPr sz="48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Section Break Text Goes Here</a:t>
            </a:r>
          </a:p>
        </p:txBody>
      </p:sp>
      <p:sp>
        <p:nvSpPr>
          <p:cNvPr id="11" name="Text Placeholder 3">
            <a:extLst>
              <a:ext uri="{FF2B5EF4-FFF2-40B4-BE49-F238E27FC236}">
                <a16:creationId xmlns:a16="http://schemas.microsoft.com/office/drawing/2014/main" id="{ADACC9CB-1B2F-42BF-8D9F-62EC595FEA6C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571500" y="3964420"/>
            <a:ext cx="11022013" cy="438150"/>
          </a:xfrm>
        </p:spPr>
        <p:txBody>
          <a:bodyPr/>
          <a:lstStyle>
            <a:lvl1pPr marL="0" indent="0">
              <a:buNone/>
              <a:defRPr>
                <a:solidFill>
                  <a:schemeClr val="bg1"/>
                </a:solidFill>
                <a:latin typeface="+mn-lt"/>
              </a:defRPr>
            </a:lvl1pPr>
            <a:lvl2pPr marL="22860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B83A18A5-FEF5-4B70-8833-2C013B4E1AC0}"/>
              </a:ext>
            </a:extLst>
          </p:cNvPr>
          <p:cNvSpPr/>
          <p:nvPr/>
        </p:nvSpPr>
        <p:spPr>
          <a:xfrm>
            <a:off x="5061102" y="6562504"/>
            <a:ext cx="2069797" cy="2314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1000" dirty="0">
                <a:solidFill>
                  <a:schemeClr val="bg1"/>
                </a:solidFill>
              </a:rPr>
              <a:t>Intel Confidential – Internal Only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AB56E188-41E4-4392-8D93-B703F02CE4C5}"/>
              </a:ext>
            </a:extLst>
          </p:cNvPr>
          <p:cNvSpPr/>
          <p:nvPr/>
        </p:nvSpPr>
        <p:spPr>
          <a:xfrm>
            <a:off x="483010" y="6562504"/>
            <a:ext cx="1630575" cy="2314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l"/>
            <a:r>
              <a:rPr lang="en-US" sz="1000" dirty="0">
                <a:solidFill>
                  <a:schemeClr val="bg1"/>
                </a:solidFill>
              </a:rPr>
              <a:t>Ethernet Products Group</a:t>
            </a:r>
          </a:p>
        </p:txBody>
      </p:sp>
    </p:spTree>
    <p:extLst>
      <p:ext uri="{BB962C8B-B14F-4D97-AF65-F5344CB8AC3E}">
        <p14:creationId xmlns:p14="http://schemas.microsoft.com/office/powerpoint/2010/main" val="34561548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, Sub &amp; Content Blue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Square">
            <a:extLst>
              <a:ext uri="{FF2B5EF4-FFF2-40B4-BE49-F238E27FC236}">
                <a16:creationId xmlns:a16="http://schemas.microsoft.com/office/drawing/2014/main" id="{4C58A6BF-BF0D-4749-B07B-7C0A27747D42}"/>
              </a:ext>
            </a:extLst>
          </p:cNvPr>
          <p:cNvSpPr/>
          <p:nvPr/>
        </p:nvSpPr>
        <p:spPr>
          <a:xfrm>
            <a:off x="11741697" y="6405280"/>
            <a:ext cx="450068" cy="450068"/>
          </a:xfrm>
          <a:prstGeom prst="rect">
            <a:avLst/>
          </a:prstGeom>
          <a:solidFill>
            <a:schemeClr val="accent1"/>
          </a:solidFill>
          <a:ln w="12700">
            <a:miter lim="400000"/>
          </a:ln>
        </p:spPr>
        <p:txBody>
          <a:bodyPr lIns="0" tIns="0" rIns="0" bIns="0" anchor="ctr"/>
          <a:lstStyle/>
          <a:p>
            <a:pPr algn="ctr" defTabSz="41275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026FC5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sz="1600"/>
          </a:p>
        </p:txBody>
      </p:sp>
      <p:sp>
        <p:nvSpPr>
          <p:cNvPr id="697" name="Square"/>
          <p:cNvSpPr/>
          <p:nvPr/>
        </p:nvSpPr>
        <p:spPr>
          <a:xfrm>
            <a:off x="709974" y="2295859"/>
            <a:ext cx="318638" cy="318638"/>
          </a:xfrm>
          <a:prstGeom prst="rect">
            <a:avLst/>
          </a:prstGeom>
          <a:solidFill>
            <a:srgbClr val="00C7FD"/>
          </a:solidFill>
          <a:ln w="12700">
            <a:miter lim="400000"/>
          </a:ln>
        </p:spPr>
        <p:txBody>
          <a:bodyPr lIns="25400" tIns="25400" rIns="25400" bIns="25400" anchor="ctr"/>
          <a:lstStyle/>
          <a:p>
            <a:pPr algn="ctr" defTabSz="41275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0068B5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sz="1600"/>
          </a:p>
        </p:txBody>
      </p:sp>
      <p:sp>
        <p:nvSpPr>
          <p:cNvPr id="698" name="Square"/>
          <p:cNvSpPr/>
          <p:nvPr/>
        </p:nvSpPr>
        <p:spPr>
          <a:xfrm>
            <a:off x="536812" y="2122317"/>
            <a:ext cx="174318" cy="174318"/>
          </a:xfrm>
          <a:prstGeom prst="rect">
            <a:avLst/>
          </a:prstGeom>
          <a:solidFill>
            <a:srgbClr val="7BDEFF"/>
          </a:solidFill>
          <a:ln w="12700">
            <a:miter lim="400000"/>
          </a:ln>
        </p:spPr>
        <p:txBody>
          <a:bodyPr lIns="25400" tIns="25400" rIns="25400" bIns="25400" anchor="ctr"/>
          <a:lstStyle/>
          <a:p>
            <a:pPr algn="ctr" defTabSz="41275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sz="1600"/>
          </a:p>
        </p:txBody>
      </p:sp>
      <p:sp>
        <p:nvSpPr>
          <p:cNvPr id="699" name="Square"/>
          <p:cNvSpPr/>
          <p:nvPr/>
        </p:nvSpPr>
        <p:spPr>
          <a:xfrm>
            <a:off x="709974" y="2023075"/>
            <a:ext cx="98724" cy="98723"/>
          </a:xfrm>
          <a:prstGeom prst="rect">
            <a:avLst/>
          </a:prstGeom>
          <a:solidFill>
            <a:srgbClr val="B4F0FF"/>
          </a:solidFill>
          <a:ln w="12700">
            <a:miter lim="400000"/>
          </a:ln>
        </p:spPr>
        <p:txBody>
          <a:bodyPr lIns="25400" tIns="25400" rIns="25400" bIns="25400" anchor="ctr"/>
          <a:lstStyle/>
          <a:p>
            <a:pPr algn="ctr" defTabSz="41275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sz="1600"/>
          </a:p>
        </p:txBody>
      </p:sp>
      <p:sp>
        <p:nvSpPr>
          <p:cNvPr id="700" name="Rectangle"/>
          <p:cNvSpPr/>
          <p:nvPr/>
        </p:nvSpPr>
        <p:spPr>
          <a:xfrm>
            <a:off x="5814183" y="402558"/>
            <a:ext cx="5927511" cy="6003471"/>
          </a:xfrm>
          <a:prstGeom prst="rect">
            <a:avLst/>
          </a:prstGeom>
          <a:solidFill>
            <a:schemeClr val="accent1"/>
          </a:solidFill>
          <a:ln w="12700">
            <a:miter lim="400000"/>
          </a:ln>
        </p:spPr>
        <p:txBody>
          <a:bodyPr lIns="0" tIns="0" rIns="0" bIns="0" anchor="ctr"/>
          <a:lstStyle/>
          <a:p>
            <a:pPr algn="ctr" defTabSz="41275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sz="1600"/>
          </a:p>
        </p:txBody>
      </p:sp>
      <p:pic>
        <p:nvPicPr>
          <p:cNvPr id="705" name="Image" descr="Imag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51433" y="6543018"/>
            <a:ext cx="491250" cy="190501"/>
          </a:xfrm>
          <a:prstGeom prst="rect">
            <a:avLst/>
          </a:prstGeom>
          <a:ln w="12700">
            <a:miter lim="400000"/>
          </a:ln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F5846515-4871-AA4D-B71A-1561CC2E3701}"/>
              </a:ext>
            </a:extLst>
          </p:cNvPr>
          <p:cNvSpPr txBox="1"/>
          <p:nvPr/>
        </p:nvSpPr>
        <p:spPr>
          <a:xfrm>
            <a:off x="11881866" y="6268286"/>
            <a:ext cx="207818" cy="463973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25400" tIns="25400" rIns="25400" bIns="25400" numCol="1" spcCol="38100" rtlCol="0" anchor="ctr">
            <a:spAutoFit/>
          </a:bodyPr>
          <a:lstStyle/>
          <a:p>
            <a:pPr marL="0" marR="0" indent="0" algn="l" defTabSz="1219169" rtl="0" fontAlgn="auto" latinLnBrk="0" hangingPunct="0">
              <a:lnSpc>
                <a:spcPct val="90000"/>
              </a:lnSpc>
              <a:spcBef>
                <a:spcPts val="225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fld id="{302FE90D-A879-0D42-B0CA-7E5C0D197FB5}" type="slidenum">
              <a:rPr kumimoji="0" lang="en-US" sz="850" b="0" i="0" u="none" strike="noStrike" cap="none" spc="0" normalizeH="0" baseline="0" smtClean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Intel Clear" panose="020B0604020203020204" pitchFamily="34" charset="0"/>
                <a:ea typeface="Intel Clear" panose="020B0604020203020204" pitchFamily="34" charset="0"/>
                <a:cs typeface="Intel Clear" panose="020B0604020203020204" pitchFamily="34" charset="0"/>
                <a:sym typeface="Helvetica Neue"/>
              </a:rPr>
              <a:pPr marL="0" marR="0" indent="0" algn="l" defTabSz="1219169" rtl="0" fontAlgn="auto" latinLnBrk="0" hangingPunct="0">
                <a:lnSpc>
                  <a:spcPct val="90000"/>
                </a:lnSpc>
                <a:spcBef>
                  <a:spcPts val="225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t>‹#›</a:t>
            </a:fld>
            <a:endParaRPr kumimoji="0" lang="en-US" sz="850" b="0" i="0" u="none" strike="noStrike" cap="none" spc="0" normalizeH="0" baseline="0" dirty="0">
              <a:ln>
                <a:noFill/>
              </a:ln>
              <a:solidFill>
                <a:srgbClr val="FFFFFF"/>
              </a:solidFill>
              <a:effectLst/>
              <a:uFillTx/>
              <a:latin typeface="Intel Clear" panose="020B0604020203020204" pitchFamily="34" charset="0"/>
              <a:ea typeface="Intel Clear" panose="020B0604020203020204" pitchFamily="34" charset="0"/>
              <a:cs typeface="Intel Clear" panose="020B0604020203020204" pitchFamily="34" charset="0"/>
              <a:sym typeface="Helvetica Neue"/>
            </a:endParaRPr>
          </a:p>
        </p:txBody>
      </p: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DFE89D76-523B-456C-9EE9-BC9CB964E5C3}"/>
              </a:ext>
            </a:extLst>
          </p:cNvPr>
          <p:cNvSpPr>
            <a:spLocks noGrp="1"/>
          </p:cNvSpPr>
          <p:nvPr>
            <p:ph sz="quarter" idx="27"/>
          </p:nvPr>
        </p:nvSpPr>
        <p:spPr>
          <a:xfrm>
            <a:off x="6394450" y="1974850"/>
            <a:ext cx="4852988" cy="3703638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3" name="Title Text">
            <a:extLst>
              <a:ext uri="{FF2B5EF4-FFF2-40B4-BE49-F238E27FC236}">
                <a16:creationId xmlns:a16="http://schemas.microsoft.com/office/drawing/2014/main" id="{5F192548-45E5-4F50-A32B-E61F6CFA996F}"/>
              </a:ext>
            </a:extLst>
          </p:cNvPr>
          <p:cNvSpPr txBox="1">
            <a:spLocks noGrp="1"/>
          </p:cNvSpPr>
          <p:nvPr>
            <p:ph type="title" hasCustomPrompt="1"/>
          </p:nvPr>
        </p:nvSpPr>
        <p:spPr>
          <a:xfrm>
            <a:off x="1014757" y="2545222"/>
            <a:ext cx="4785571" cy="249783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 anchor="t" anchorCtr="0">
            <a:noAutofit/>
          </a:bodyPr>
          <a:lstStyle>
            <a:lvl1pPr>
              <a:defRPr sz="40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Title Text Goes Here</a:t>
            </a:r>
          </a:p>
        </p:txBody>
      </p:sp>
      <p:sp>
        <p:nvSpPr>
          <p:cNvPr id="14" name="Text Placeholder 3">
            <a:extLst>
              <a:ext uri="{FF2B5EF4-FFF2-40B4-BE49-F238E27FC236}">
                <a16:creationId xmlns:a16="http://schemas.microsoft.com/office/drawing/2014/main" id="{38703551-AC59-4BD9-8B3C-616B6DFB3DB4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6394450" y="740229"/>
            <a:ext cx="4865211" cy="1078146"/>
          </a:xfrm>
        </p:spPr>
        <p:txBody>
          <a:bodyPr anchor="b" anchorCtr="0">
            <a:normAutofit/>
          </a:bodyPr>
          <a:lstStyle>
            <a:lvl1pPr marL="0" indent="0">
              <a:buNone/>
              <a:defRPr sz="3200">
                <a:solidFill>
                  <a:schemeClr val="bg1"/>
                </a:solidFill>
                <a:latin typeface="+mn-lt"/>
              </a:defRPr>
            </a:lvl1pPr>
            <a:lvl2pPr marL="22860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6C4BAB3A-A804-4AF3-B75A-032E2D97B323}"/>
              </a:ext>
            </a:extLst>
          </p:cNvPr>
          <p:cNvSpPr/>
          <p:nvPr/>
        </p:nvSpPr>
        <p:spPr>
          <a:xfrm>
            <a:off x="5061102" y="6562504"/>
            <a:ext cx="2069797" cy="2314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1000" dirty="0">
                <a:solidFill>
                  <a:schemeClr val="bg1"/>
                </a:solidFill>
              </a:rPr>
              <a:t>Intel Confidential – Internal Only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F4C6E012-1326-4C65-850E-F477F7076133}"/>
              </a:ext>
            </a:extLst>
          </p:cNvPr>
          <p:cNvSpPr/>
          <p:nvPr/>
        </p:nvSpPr>
        <p:spPr>
          <a:xfrm>
            <a:off x="483010" y="6562504"/>
            <a:ext cx="1630575" cy="2314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l"/>
            <a:r>
              <a:rPr lang="en-US" sz="1000" dirty="0">
                <a:solidFill>
                  <a:schemeClr val="bg1"/>
                </a:solidFill>
              </a:rPr>
              <a:t>Ethernet Products Group</a:t>
            </a:r>
          </a:p>
        </p:txBody>
      </p:sp>
    </p:spTree>
    <p:extLst>
      <p:ext uri="{BB962C8B-B14F-4D97-AF65-F5344CB8AC3E}">
        <p14:creationId xmlns:p14="http://schemas.microsoft.com/office/powerpoint/2010/main" val="56946632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, Sub &amp; Content Blue 2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Square">
            <a:extLst>
              <a:ext uri="{FF2B5EF4-FFF2-40B4-BE49-F238E27FC236}">
                <a16:creationId xmlns:a16="http://schemas.microsoft.com/office/drawing/2014/main" id="{3B808FDC-D2A2-42EB-B356-E69E4A048F8E}"/>
              </a:ext>
            </a:extLst>
          </p:cNvPr>
          <p:cNvSpPr/>
          <p:nvPr/>
        </p:nvSpPr>
        <p:spPr>
          <a:xfrm>
            <a:off x="11741697" y="6405280"/>
            <a:ext cx="450068" cy="450068"/>
          </a:xfrm>
          <a:prstGeom prst="rect">
            <a:avLst/>
          </a:prstGeom>
          <a:solidFill>
            <a:schemeClr val="accent1"/>
          </a:solidFill>
          <a:ln w="12700">
            <a:miter lim="400000"/>
          </a:ln>
        </p:spPr>
        <p:txBody>
          <a:bodyPr lIns="0" tIns="0" rIns="0" bIns="0" anchor="ctr"/>
          <a:lstStyle/>
          <a:p>
            <a:pPr algn="ctr" defTabSz="41275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026FC5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sz="1600"/>
          </a:p>
        </p:txBody>
      </p:sp>
      <p:sp>
        <p:nvSpPr>
          <p:cNvPr id="22" name="Rectangle">
            <a:extLst>
              <a:ext uri="{FF2B5EF4-FFF2-40B4-BE49-F238E27FC236}">
                <a16:creationId xmlns:a16="http://schemas.microsoft.com/office/drawing/2014/main" id="{8A1BD37C-2C85-4873-ABDD-4B358A87ED4B}"/>
              </a:ext>
            </a:extLst>
          </p:cNvPr>
          <p:cNvSpPr/>
          <p:nvPr/>
        </p:nvSpPr>
        <p:spPr>
          <a:xfrm>
            <a:off x="5814183" y="402558"/>
            <a:ext cx="5927511" cy="6003471"/>
          </a:xfrm>
          <a:prstGeom prst="rect">
            <a:avLst/>
          </a:prstGeom>
          <a:solidFill>
            <a:schemeClr val="accent1"/>
          </a:solidFill>
          <a:ln w="12700">
            <a:miter lim="400000"/>
          </a:ln>
        </p:spPr>
        <p:txBody>
          <a:bodyPr lIns="0" tIns="0" rIns="0" bIns="0" anchor="ctr"/>
          <a:lstStyle/>
          <a:p>
            <a:pPr algn="ctr" defTabSz="41275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sz="1600"/>
          </a:p>
        </p:txBody>
      </p:sp>
      <p:sp>
        <p:nvSpPr>
          <p:cNvPr id="670" name="Square"/>
          <p:cNvSpPr/>
          <p:nvPr/>
        </p:nvSpPr>
        <p:spPr>
          <a:xfrm>
            <a:off x="707513" y="2295859"/>
            <a:ext cx="318638" cy="318638"/>
          </a:xfrm>
          <a:prstGeom prst="rect">
            <a:avLst/>
          </a:prstGeom>
          <a:solidFill>
            <a:srgbClr val="D9692F"/>
          </a:solidFill>
          <a:ln w="12700">
            <a:miter lim="400000"/>
          </a:ln>
        </p:spPr>
        <p:txBody>
          <a:bodyPr lIns="25400" tIns="25400" rIns="25400" bIns="25400" anchor="ctr"/>
          <a:lstStyle/>
          <a:p>
            <a:pPr algn="ctr" defTabSz="41275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0068B5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sz="1600"/>
          </a:p>
        </p:txBody>
      </p:sp>
      <p:sp>
        <p:nvSpPr>
          <p:cNvPr id="671" name="Square"/>
          <p:cNvSpPr/>
          <p:nvPr/>
        </p:nvSpPr>
        <p:spPr>
          <a:xfrm>
            <a:off x="533946" y="2122317"/>
            <a:ext cx="174318" cy="174318"/>
          </a:xfrm>
          <a:prstGeom prst="rect">
            <a:avLst/>
          </a:prstGeom>
          <a:solidFill>
            <a:srgbClr val="F6CB4B"/>
          </a:solidFill>
          <a:ln w="12700">
            <a:miter lim="400000"/>
          </a:ln>
        </p:spPr>
        <p:txBody>
          <a:bodyPr lIns="25400" tIns="25400" rIns="25400" bIns="25400" anchor="ctr"/>
          <a:lstStyle/>
          <a:p>
            <a:pPr algn="ctr" defTabSz="41275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sz="1600"/>
          </a:p>
        </p:txBody>
      </p:sp>
      <p:sp>
        <p:nvSpPr>
          <p:cNvPr id="672" name="Square"/>
          <p:cNvSpPr/>
          <p:nvPr/>
        </p:nvSpPr>
        <p:spPr>
          <a:xfrm>
            <a:off x="707513" y="2023075"/>
            <a:ext cx="98724" cy="98723"/>
          </a:xfrm>
          <a:prstGeom prst="rect">
            <a:avLst/>
          </a:prstGeom>
          <a:solidFill>
            <a:srgbClr val="D9692F"/>
          </a:solidFill>
          <a:ln w="12700">
            <a:miter lim="400000"/>
          </a:ln>
        </p:spPr>
        <p:txBody>
          <a:bodyPr lIns="25400" tIns="25400" rIns="25400" bIns="25400" anchor="ctr"/>
          <a:lstStyle/>
          <a:p>
            <a:pPr algn="ctr" defTabSz="41275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sz="1600"/>
          </a:p>
        </p:txBody>
      </p:sp>
      <p:pic>
        <p:nvPicPr>
          <p:cNvPr id="673" name="Image" descr="Imag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51433" y="6543018"/>
            <a:ext cx="491250" cy="190501"/>
          </a:xfrm>
          <a:prstGeom prst="rect">
            <a:avLst/>
          </a:prstGeom>
          <a:ln w="12700">
            <a:miter lim="400000"/>
          </a:ln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id="{C90FD0E6-78D1-5F44-A938-3A961F43FACD}"/>
              </a:ext>
            </a:extLst>
          </p:cNvPr>
          <p:cNvSpPr txBox="1"/>
          <p:nvPr/>
        </p:nvSpPr>
        <p:spPr>
          <a:xfrm>
            <a:off x="11881866" y="6268286"/>
            <a:ext cx="207818" cy="463973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25400" tIns="25400" rIns="25400" bIns="25400" numCol="1" spcCol="38100" rtlCol="0" anchor="ctr">
            <a:spAutoFit/>
          </a:bodyPr>
          <a:lstStyle/>
          <a:p>
            <a:pPr marL="0" marR="0" indent="0" algn="l" defTabSz="1219169" rtl="0" fontAlgn="auto" latinLnBrk="0" hangingPunct="0">
              <a:lnSpc>
                <a:spcPct val="90000"/>
              </a:lnSpc>
              <a:spcBef>
                <a:spcPts val="225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fld id="{302FE90D-A879-0D42-B0CA-7E5C0D197FB5}" type="slidenum">
              <a:rPr kumimoji="0" lang="en-US" sz="850" b="0" i="0" u="none" strike="noStrike" cap="none" spc="0" normalizeH="0" baseline="0" smtClean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Intel Clear" panose="020B0604020203020204" pitchFamily="34" charset="0"/>
                <a:ea typeface="Intel Clear" panose="020B0604020203020204" pitchFamily="34" charset="0"/>
                <a:cs typeface="Intel Clear" panose="020B0604020203020204" pitchFamily="34" charset="0"/>
                <a:sym typeface="Helvetica Neue"/>
              </a:rPr>
              <a:pPr marL="0" marR="0" indent="0" algn="l" defTabSz="1219169" rtl="0" fontAlgn="auto" latinLnBrk="0" hangingPunct="0">
                <a:lnSpc>
                  <a:spcPct val="90000"/>
                </a:lnSpc>
                <a:spcBef>
                  <a:spcPts val="225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t>‹#›</a:t>
            </a:fld>
            <a:endParaRPr kumimoji="0" lang="en-US" sz="850" b="0" i="0" u="none" strike="noStrike" cap="none" spc="0" normalizeH="0" baseline="0" dirty="0">
              <a:ln>
                <a:noFill/>
              </a:ln>
              <a:solidFill>
                <a:srgbClr val="FFFFFF"/>
              </a:solidFill>
              <a:effectLst/>
              <a:uFillTx/>
              <a:latin typeface="Intel Clear" panose="020B0604020203020204" pitchFamily="34" charset="0"/>
              <a:ea typeface="Intel Clear" panose="020B0604020203020204" pitchFamily="34" charset="0"/>
              <a:cs typeface="Intel Clear" panose="020B0604020203020204" pitchFamily="34" charset="0"/>
              <a:sym typeface="Helvetica Neue"/>
            </a:endParaRPr>
          </a:p>
        </p:txBody>
      </p: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25002A24-73D0-4602-A8A1-5D9281BAF934}"/>
              </a:ext>
            </a:extLst>
          </p:cNvPr>
          <p:cNvSpPr>
            <a:spLocks noGrp="1"/>
          </p:cNvSpPr>
          <p:nvPr>
            <p:ph sz="quarter" idx="27"/>
          </p:nvPr>
        </p:nvSpPr>
        <p:spPr>
          <a:xfrm>
            <a:off x="6394450" y="1974850"/>
            <a:ext cx="4852988" cy="3703638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5" name="Title Text">
            <a:extLst>
              <a:ext uri="{FF2B5EF4-FFF2-40B4-BE49-F238E27FC236}">
                <a16:creationId xmlns:a16="http://schemas.microsoft.com/office/drawing/2014/main" id="{1F252960-CAAB-483D-8A6A-5882E4B6282A}"/>
              </a:ext>
            </a:extLst>
          </p:cNvPr>
          <p:cNvSpPr txBox="1">
            <a:spLocks noGrp="1"/>
          </p:cNvSpPr>
          <p:nvPr>
            <p:ph type="title" hasCustomPrompt="1"/>
          </p:nvPr>
        </p:nvSpPr>
        <p:spPr>
          <a:xfrm>
            <a:off x="1014757" y="2545222"/>
            <a:ext cx="4785571" cy="249783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 anchor="t" anchorCtr="0">
            <a:noAutofit/>
          </a:bodyPr>
          <a:lstStyle>
            <a:lvl1pPr>
              <a:defRPr sz="40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Title Text Goes Here</a:t>
            </a:r>
          </a:p>
        </p:txBody>
      </p:sp>
      <p:sp>
        <p:nvSpPr>
          <p:cNvPr id="14" name="Text Placeholder 3">
            <a:extLst>
              <a:ext uri="{FF2B5EF4-FFF2-40B4-BE49-F238E27FC236}">
                <a16:creationId xmlns:a16="http://schemas.microsoft.com/office/drawing/2014/main" id="{AAFA146E-21CD-4BD6-A89D-E6C5A6850811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6394450" y="740229"/>
            <a:ext cx="4865211" cy="1078146"/>
          </a:xfrm>
        </p:spPr>
        <p:txBody>
          <a:bodyPr anchor="b" anchorCtr="0">
            <a:normAutofit/>
          </a:bodyPr>
          <a:lstStyle>
            <a:lvl1pPr marL="0" indent="0">
              <a:buNone/>
              <a:defRPr sz="3200">
                <a:solidFill>
                  <a:schemeClr val="bg1"/>
                </a:solidFill>
                <a:latin typeface="+mn-lt"/>
              </a:defRPr>
            </a:lvl1pPr>
            <a:lvl2pPr marL="22860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A5032A3A-B09D-4A8D-AE2F-E2929D5D3954}"/>
              </a:ext>
            </a:extLst>
          </p:cNvPr>
          <p:cNvSpPr/>
          <p:nvPr/>
        </p:nvSpPr>
        <p:spPr>
          <a:xfrm>
            <a:off x="5061102" y="6562504"/>
            <a:ext cx="2069797" cy="2314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1000" dirty="0">
                <a:solidFill>
                  <a:schemeClr val="bg1"/>
                </a:solidFill>
              </a:rPr>
              <a:t>Intel Confidential – Internal Only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C42D0F1F-74A0-481B-B5B1-D04A97BCB62D}"/>
              </a:ext>
            </a:extLst>
          </p:cNvPr>
          <p:cNvSpPr/>
          <p:nvPr/>
        </p:nvSpPr>
        <p:spPr>
          <a:xfrm>
            <a:off x="483010" y="6562504"/>
            <a:ext cx="1630575" cy="2314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l"/>
            <a:r>
              <a:rPr lang="en-US" sz="1000" dirty="0">
                <a:solidFill>
                  <a:schemeClr val="bg1"/>
                </a:solidFill>
              </a:rPr>
              <a:t>Ethernet Products Group</a:t>
            </a:r>
          </a:p>
        </p:txBody>
      </p:sp>
    </p:spTree>
    <p:extLst>
      <p:ext uri="{BB962C8B-B14F-4D97-AF65-F5344CB8AC3E}">
        <p14:creationId xmlns:p14="http://schemas.microsoft.com/office/powerpoint/2010/main" val="403109772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, Sub &amp; Content Light Blue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Square">
            <a:extLst>
              <a:ext uri="{FF2B5EF4-FFF2-40B4-BE49-F238E27FC236}">
                <a16:creationId xmlns:a16="http://schemas.microsoft.com/office/drawing/2014/main" id="{FE9A3852-307B-4677-A2E2-D7DC495E366A}"/>
              </a:ext>
            </a:extLst>
          </p:cNvPr>
          <p:cNvSpPr/>
          <p:nvPr/>
        </p:nvSpPr>
        <p:spPr>
          <a:xfrm>
            <a:off x="11741697" y="6405280"/>
            <a:ext cx="450068" cy="450068"/>
          </a:xfrm>
          <a:prstGeom prst="rect">
            <a:avLst/>
          </a:prstGeom>
          <a:solidFill>
            <a:schemeClr val="accent2">
              <a:lumMod val="75000"/>
            </a:schemeClr>
          </a:solidFill>
          <a:ln w="12700">
            <a:miter lim="400000"/>
          </a:ln>
        </p:spPr>
        <p:txBody>
          <a:bodyPr lIns="0" tIns="0" rIns="0" bIns="0" anchor="ctr"/>
          <a:lstStyle/>
          <a:p>
            <a:pPr algn="ctr" defTabSz="41275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026FC5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sz="1600"/>
          </a:p>
        </p:txBody>
      </p:sp>
      <p:sp>
        <p:nvSpPr>
          <p:cNvPr id="21" name="Rectangle">
            <a:extLst>
              <a:ext uri="{FF2B5EF4-FFF2-40B4-BE49-F238E27FC236}">
                <a16:creationId xmlns:a16="http://schemas.microsoft.com/office/drawing/2014/main" id="{1E9FE6C1-27FB-467A-8BF9-B80A0C35FEDB}"/>
              </a:ext>
            </a:extLst>
          </p:cNvPr>
          <p:cNvSpPr/>
          <p:nvPr/>
        </p:nvSpPr>
        <p:spPr>
          <a:xfrm>
            <a:off x="5814183" y="402558"/>
            <a:ext cx="5927511" cy="6003471"/>
          </a:xfrm>
          <a:prstGeom prst="rect">
            <a:avLst/>
          </a:prstGeom>
          <a:solidFill>
            <a:schemeClr val="accent2">
              <a:lumMod val="75000"/>
            </a:schemeClr>
          </a:solidFill>
          <a:ln w="12700">
            <a:miter lim="400000"/>
          </a:ln>
        </p:spPr>
        <p:txBody>
          <a:bodyPr lIns="0" tIns="0" rIns="0" bIns="0" anchor="ctr"/>
          <a:lstStyle/>
          <a:p>
            <a:pPr algn="ctr" defTabSz="41275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sz="1600"/>
          </a:p>
        </p:txBody>
      </p:sp>
      <p:pic>
        <p:nvPicPr>
          <p:cNvPr id="862" name="Image" descr="Imag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51433" y="6543018"/>
            <a:ext cx="491250" cy="190501"/>
          </a:xfrm>
          <a:prstGeom prst="rect">
            <a:avLst/>
          </a:prstGeom>
          <a:ln w="12700">
            <a:miter lim="400000"/>
          </a:ln>
        </p:spPr>
      </p:pic>
      <p:sp>
        <p:nvSpPr>
          <p:cNvPr id="866" name="Text"/>
          <p:cNvSpPr txBox="1"/>
          <p:nvPr/>
        </p:nvSpPr>
        <p:spPr>
          <a:xfrm>
            <a:off x="11942955" y="6538004"/>
            <a:ext cx="51361" cy="189796"/>
          </a:xfrm>
          <a:prstGeom prst="rect">
            <a:avLst/>
          </a:prstGeom>
          <a:ln w="12700">
            <a:miter lim="400000"/>
          </a:ln>
        </p:spPr>
        <p:txBody>
          <a:bodyPr wrap="none" lIns="25400" tIns="25400" rIns="25400" bIns="25400" anchor="b">
            <a:spAutoFit/>
          </a:bodyPr>
          <a:lstStyle/>
          <a:p>
            <a:pPr algn="ctr" defTabSz="292100">
              <a:lnSpc>
                <a:spcPct val="100000"/>
              </a:lnSpc>
              <a:spcBef>
                <a:spcPts val="0"/>
              </a:spcBef>
              <a:defRPr sz="1800">
                <a:solidFill>
                  <a:srgbClr val="FFFFFF"/>
                </a:solidFill>
                <a:latin typeface="Intel Clear"/>
                <a:ea typeface="Intel Clear"/>
                <a:cs typeface="Intel Clear"/>
                <a:sym typeface="Intel Clear"/>
              </a:defRPr>
            </a:pPr>
            <a:endParaRPr sz="90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D4875CE-AB47-3643-8581-D89E9CF7EFC1}"/>
              </a:ext>
            </a:extLst>
          </p:cNvPr>
          <p:cNvSpPr txBox="1"/>
          <p:nvPr/>
        </p:nvSpPr>
        <p:spPr>
          <a:xfrm>
            <a:off x="11881866" y="6268286"/>
            <a:ext cx="207818" cy="463973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25400" tIns="25400" rIns="25400" bIns="25400" numCol="1" spcCol="38100" rtlCol="0" anchor="ctr">
            <a:spAutoFit/>
          </a:bodyPr>
          <a:lstStyle/>
          <a:p>
            <a:pPr marL="0" marR="0" indent="0" algn="l" defTabSz="1219169" rtl="0" fontAlgn="auto" latinLnBrk="0" hangingPunct="0">
              <a:lnSpc>
                <a:spcPct val="90000"/>
              </a:lnSpc>
              <a:spcBef>
                <a:spcPts val="225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fld id="{302FE90D-A879-0D42-B0CA-7E5C0D197FB5}" type="slidenum">
              <a:rPr kumimoji="0" lang="en-US" sz="850" b="0" i="0" u="none" strike="noStrike" cap="none" spc="0" normalizeH="0" baseline="0" smtClean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Intel Clear" panose="020B0604020203020204" pitchFamily="34" charset="0"/>
                <a:ea typeface="Intel Clear" panose="020B0604020203020204" pitchFamily="34" charset="0"/>
                <a:cs typeface="Intel Clear" panose="020B0604020203020204" pitchFamily="34" charset="0"/>
                <a:sym typeface="Helvetica Neue"/>
              </a:rPr>
              <a:pPr marL="0" marR="0" indent="0" algn="l" defTabSz="1219169" rtl="0" fontAlgn="auto" latinLnBrk="0" hangingPunct="0">
                <a:lnSpc>
                  <a:spcPct val="90000"/>
                </a:lnSpc>
                <a:spcBef>
                  <a:spcPts val="225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t>‹#›</a:t>
            </a:fld>
            <a:endParaRPr kumimoji="0" lang="en-US" sz="850" b="0" i="0" u="none" strike="noStrike" cap="none" spc="0" normalizeH="0" baseline="0" dirty="0">
              <a:ln>
                <a:noFill/>
              </a:ln>
              <a:solidFill>
                <a:srgbClr val="FFFFFF"/>
              </a:solidFill>
              <a:effectLst/>
              <a:uFillTx/>
              <a:latin typeface="Intel Clear" panose="020B0604020203020204" pitchFamily="34" charset="0"/>
              <a:ea typeface="Intel Clear" panose="020B0604020203020204" pitchFamily="34" charset="0"/>
              <a:cs typeface="Intel Clear" panose="020B0604020203020204" pitchFamily="34" charset="0"/>
              <a:sym typeface="Helvetica Neue"/>
            </a:endParaRPr>
          </a:p>
        </p:txBody>
      </p:sp>
      <p:sp>
        <p:nvSpPr>
          <p:cNvPr id="11" name="Square">
            <a:extLst>
              <a:ext uri="{FF2B5EF4-FFF2-40B4-BE49-F238E27FC236}">
                <a16:creationId xmlns:a16="http://schemas.microsoft.com/office/drawing/2014/main" id="{C93C8C2E-66DD-E64F-BD60-42EBDC0E958E}"/>
              </a:ext>
            </a:extLst>
          </p:cNvPr>
          <p:cNvSpPr/>
          <p:nvPr/>
        </p:nvSpPr>
        <p:spPr>
          <a:xfrm>
            <a:off x="707513" y="2295859"/>
            <a:ext cx="318638" cy="318638"/>
          </a:xfrm>
          <a:prstGeom prst="rect">
            <a:avLst/>
          </a:prstGeom>
          <a:solidFill>
            <a:srgbClr val="004A86"/>
          </a:solidFill>
          <a:ln w="12700">
            <a:miter lim="400000"/>
          </a:ln>
        </p:spPr>
        <p:txBody>
          <a:bodyPr lIns="25400" tIns="25400" rIns="25400" bIns="25400" anchor="ctr"/>
          <a:lstStyle/>
          <a:p>
            <a:pPr algn="ctr" defTabSz="41275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0068B5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sz="1600"/>
          </a:p>
        </p:txBody>
      </p:sp>
      <p:sp>
        <p:nvSpPr>
          <p:cNvPr id="12" name="Square">
            <a:extLst>
              <a:ext uri="{FF2B5EF4-FFF2-40B4-BE49-F238E27FC236}">
                <a16:creationId xmlns:a16="http://schemas.microsoft.com/office/drawing/2014/main" id="{85A14FBD-B953-BA4F-8F83-DE73E3C37290}"/>
              </a:ext>
            </a:extLst>
          </p:cNvPr>
          <p:cNvSpPr/>
          <p:nvPr/>
        </p:nvSpPr>
        <p:spPr>
          <a:xfrm>
            <a:off x="533946" y="2122317"/>
            <a:ext cx="174318" cy="174318"/>
          </a:xfrm>
          <a:prstGeom prst="rect">
            <a:avLst/>
          </a:prstGeom>
          <a:solidFill>
            <a:srgbClr val="7BDEFF"/>
          </a:solidFill>
          <a:ln w="12700">
            <a:miter lim="400000"/>
          </a:ln>
        </p:spPr>
        <p:txBody>
          <a:bodyPr lIns="25400" tIns="25400" rIns="25400" bIns="25400" anchor="ctr"/>
          <a:lstStyle/>
          <a:p>
            <a:pPr algn="ctr" defTabSz="41275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sz="1600"/>
          </a:p>
        </p:txBody>
      </p:sp>
      <p:sp>
        <p:nvSpPr>
          <p:cNvPr id="17" name="Square">
            <a:extLst>
              <a:ext uri="{FF2B5EF4-FFF2-40B4-BE49-F238E27FC236}">
                <a16:creationId xmlns:a16="http://schemas.microsoft.com/office/drawing/2014/main" id="{59044771-2E3B-C941-8593-8E508F542287}"/>
              </a:ext>
            </a:extLst>
          </p:cNvPr>
          <p:cNvSpPr/>
          <p:nvPr/>
        </p:nvSpPr>
        <p:spPr>
          <a:xfrm>
            <a:off x="707513" y="2023075"/>
            <a:ext cx="98724" cy="98723"/>
          </a:xfrm>
          <a:prstGeom prst="rect">
            <a:avLst/>
          </a:prstGeom>
          <a:solidFill>
            <a:srgbClr val="B4F0FF"/>
          </a:solidFill>
          <a:ln w="12700">
            <a:miter lim="400000"/>
          </a:ln>
        </p:spPr>
        <p:txBody>
          <a:bodyPr lIns="25400" tIns="25400" rIns="25400" bIns="25400" anchor="ctr"/>
          <a:lstStyle/>
          <a:p>
            <a:pPr algn="ctr" defTabSz="41275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sz="1600"/>
          </a:p>
        </p:txBody>
      </p:sp>
      <p:sp>
        <p:nvSpPr>
          <p:cNvPr id="16" name="Content Placeholder 2">
            <a:extLst>
              <a:ext uri="{FF2B5EF4-FFF2-40B4-BE49-F238E27FC236}">
                <a16:creationId xmlns:a16="http://schemas.microsoft.com/office/drawing/2014/main" id="{2093C42A-FAA6-40D8-A663-DDDE456C16CF}"/>
              </a:ext>
            </a:extLst>
          </p:cNvPr>
          <p:cNvSpPr>
            <a:spLocks noGrp="1"/>
          </p:cNvSpPr>
          <p:nvPr>
            <p:ph sz="quarter" idx="27"/>
          </p:nvPr>
        </p:nvSpPr>
        <p:spPr>
          <a:xfrm>
            <a:off x="6394450" y="1974850"/>
            <a:ext cx="4852988" cy="3703638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3" name="Title Text">
            <a:extLst>
              <a:ext uri="{FF2B5EF4-FFF2-40B4-BE49-F238E27FC236}">
                <a16:creationId xmlns:a16="http://schemas.microsoft.com/office/drawing/2014/main" id="{5E5861BF-901F-47D4-91BC-0B353503F232}"/>
              </a:ext>
            </a:extLst>
          </p:cNvPr>
          <p:cNvSpPr txBox="1">
            <a:spLocks noGrp="1"/>
          </p:cNvSpPr>
          <p:nvPr>
            <p:ph type="title" hasCustomPrompt="1"/>
          </p:nvPr>
        </p:nvSpPr>
        <p:spPr>
          <a:xfrm>
            <a:off x="1014757" y="2545222"/>
            <a:ext cx="4785571" cy="249783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 anchor="t" anchorCtr="0">
            <a:noAutofit/>
          </a:bodyPr>
          <a:lstStyle>
            <a:lvl1pPr>
              <a:defRPr sz="40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Title Text Goes Here</a:t>
            </a:r>
          </a:p>
        </p:txBody>
      </p:sp>
      <p:sp>
        <p:nvSpPr>
          <p:cNvPr id="18" name="Text Placeholder 3">
            <a:extLst>
              <a:ext uri="{FF2B5EF4-FFF2-40B4-BE49-F238E27FC236}">
                <a16:creationId xmlns:a16="http://schemas.microsoft.com/office/drawing/2014/main" id="{3BA33390-07D4-4E2C-BDA6-AE147B9075AE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6394450" y="740229"/>
            <a:ext cx="4865211" cy="1078146"/>
          </a:xfrm>
        </p:spPr>
        <p:txBody>
          <a:bodyPr anchor="b" anchorCtr="0">
            <a:normAutofit/>
          </a:bodyPr>
          <a:lstStyle>
            <a:lvl1pPr marL="0" indent="0">
              <a:buNone/>
              <a:defRPr sz="3200">
                <a:solidFill>
                  <a:schemeClr val="bg1"/>
                </a:solidFill>
                <a:latin typeface="+mn-lt"/>
              </a:defRPr>
            </a:lvl1pPr>
            <a:lvl2pPr marL="22860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FC51EAA2-1D75-4702-A643-2F2BD6764500}"/>
              </a:ext>
            </a:extLst>
          </p:cNvPr>
          <p:cNvSpPr/>
          <p:nvPr/>
        </p:nvSpPr>
        <p:spPr>
          <a:xfrm>
            <a:off x="5061102" y="6562504"/>
            <a:ext cx="2069797" cy="2314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1000" dirty="0">
                <a:solidFill>
                  <a:schemeClr val="bg1"/>
                </a:solidFill>
              </a:rPr>
              <a:t>Intel Confidential – Internal Only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CF91C6C6-7234-42E8-9730-C0253FA25503}"/>
              </a:ext>
            </a:extLst>
          </p:cNvPr>
          <p:cNvSpPr/>
          <p:nvPr/>
        </p:nvSpPr>
        <p:spPr>
          <a:xfrm>
            <a:off x="483010" y="6562504"/>
            <a:ext cx="1630575" cy="2314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l"/>
            <a:r>
              <a:rPr lang="en-US" sz="1000" dirty="0">
                <a:solidFill>
                  <a:schemeClr val="bg1"/>
                </a:solidFill>
              </a:rPr>
              <a:t>Ethernet Products Group</a:t>
            </a:r>
          </a:p>
        </p:txBody>
      </p:sp>
    </p:spTree>
    <p:extLst>
      <p:ext uri="{BB962C8B-B14F-4D97-AF65-F5344CB8AC3E}">
        <p14:creationId xmlns:p14="http://schemas.microsoft.com/office/powerpoint/2010/main" val="317605475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Sub, Content Gray"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Square">
            <a:extLst>
              <a:ext uri="{FF2B5EF4-FFF2-40B4-BE49-F238E27FC236}">
                <a16:creationId xmlns:a16="http://schemas.microsoft.com/office/drawing/2014/main" id="{55D0C779-F23A-40CE-B4C7-842A10085F59}"/>
              </a:ext>
            </a:extLst>
          </p:cNvPr>
          <p:cNvSpPr/>
          <p:nvPr/>
        </p:nvSpPr>
        <p:spPr>
          <a:xfrm>
            <a:off x="11741697" y="6405280"/>
            <a:ext cx="450068" cy="450068"/>
          </a:xfrm>
          <a:prstGeom prst="rect">
            <a:avLst/>
          </a:prstGeom>
          <a:solidFill>
            <a:schemeClr val="bg1"/>
          </a:solidFill>
          <a:ln w="12700">
            <a:miter lim="400000"/>
          </a:ln>
        </p:spPr>
        <p:txBody>
          <a:bodyPr lIns="0" tIns="0" rIns="0" bIns="0" anchor="ctr"/>
          <a:lstStyle/>
          <a:p>
            <a:pPr algn="ctr" defTabSz="41275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026FC5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sz="1600"/>
          </a:p>
        </p:txBody>
      </p:sp>
      <p:sp>
        <p:nvSpPr>
          <p:cNvPr id="9" name="Rectangle">
            <a:extLst>
              <a:ext uri="{FF2B5EF4-FFF2-40B4-BE49-F238E27FC236}">
                <a16:creationId xmlns:a16="http://schemas.microsoft.com/office/drawing/2014/main" id="{1EFAB719-B3C2-4520-AFF9-4A06F169DB2B}"/>
              </a:ext>
            </a:extLst>
          </p:cNvPr>
          <p:cNvSpPr/>
          <p:nvPr/>
        </p:nvSpPr>
        <p:spPr>
          <a:xfrm>
            <a:off x="5814183" y="402558"/>
            <a:ext cx="5927511" cy="6003471"/>
          </a:xfrm>
          <a:prstGeom prst="rect">
            <a:avLst/>
          </a:prstGeom>
          <a:solidFill>
            <a:schemeClr val="bg1"/>
          </a:solidFill>
          <a:ln w="12700">
            <a:miter lim="400000"/>
          </a:ln>
        </p:spPr>
        <p:txBody>
          <a:bodyPr lIns="0" tIns="0" rIns="0" bIns="0" anchor="ctr"/>
          <a:lstStyle/>
          <a:p>
            <a:pPr algn="ctr" defTabSz="41275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sz="1600"/>
          </a:p>
        </p:txBody>
      </p:sp>
      <p:sp>
        <p:nvSpPr>
          <p:cNvPr id="511" name="Rectangle"/>
          <p:cNvSpPr/>
          <p:nvPr/>
        </p:nvSpPr>
        <p:spPr>
          <a:xfrm>
            <a:off x="5815052" y="401865"/>
            <a:ext cx="5927511" cy="6003471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25400" tIns="25400" rIns="25400" bIns="25400" anchor="ctr"/>
          <a:lstStyle/>
          <a:p>
            <a:pPr algn="ctr" defTabSz="41275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sz="1600"/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D197FC80-1304-44AF-BD9E-CFB8D3B37C99}"/>
              </a:ext>
            </a:extLst>
          </p:cNvPr>
          <p:cNvSpPr>
            <a:spLocks noGrp="1"/>
          </p:cNvSpPr>
          <p:nvPr>
            <p:ph sz="quarter" idx="27"/>
          </p:nvPr>
        </p:nvSpPr>
        <p:spPr>
          <a:xfrm>
            <a:off x="6394450" y="1974850"/>
            <a:ext cx="4852988" cy="3703638"/>
          </a:xfr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  <a:lvl2pPr>
              <a:defRPr>
                <a:solidFill>
                  <a:schemeClr val="bg2"/>
                </a:solidFill>
              </a:defRPr>
            </a:lvl2pPr>
            <a:lvl3pPr>
              <a:defRPr>
                <a:solidFill>
                  <a:schemeClr val="bg2"/>
                </a:solidFill>
              </a:defRPr>
            </a:lvl3pPr>
            <a:lvl4pPr>
              <a:defRPr>
                <a:solidFill>
                  <a:schemeClr val="bg2"/>
                </a:solidFill>
              </a:defRPr>
            </a:lvl4pPr>
            <a:lvl5pPr>
              <a:defRPr>
                <a:solidFill>
                  <a:schemeClr val="bg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7" name="Title Text">
            <a:extLst>
              <a:ext uri="{FF2B5EF4-FFF2-40B4-BE49-F238E27FC236}">
                <a16:creationId xmlns:a16="http://schemas.microsoft.com/office/drawing/2014/main" id="{1B60A262-0CE7-4C6B-B734-0B0EA0F1A4A3}"/>
              </a:ext>
            </a:extLst>
          </p:cNvPr>
          <p:cNvSpPr txBox="1">
            <a:spLocks noGrp="1"/>
          </p:cNvSpPr>
          <p:nvPr>
            <p:ph type="title" hasCustomPrompt="1"/>
          </p:nvPr>
        </p:nvSpPr>
        <p:spPr>
          <a:xfrm>
            <a:off x="554183" y="2545222"/>
            <a:ext cx="4765744" cy="249783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 anchor="t" anchorCtr="0">
            <a:noAutofit/>
          </a:bodyPr>
          <a:lstStyle>
            <a:lvl1pPr>
              <a:defRPr sz="4000">
                <a:solidFill>
                  <a:schemeClr val="bg2"/>
                </a:solidFill>
              </a:defRPr>
            </a:lvl1pPr>
          </a:lstStyle>
          <a:p>
            <a:r>
              <a:rPr lang="en-US" dirty="0"/>
              <a:t>Title Text Goes Here</a:t>
            </a:r>
          </a:p>
        </p:txBody>
      </p:sp>
      <p:sp>
        <p:nvSpPr>
          <p:cNvPr id="11" name="Text Placeholder 3">
            <a:extLst>
              <a:ext uri="{FF2B5EF4-FFF2-40B4-BE49-F238E27FC236}">
                <a16:creationId xmlns:a16="http://schemas.microsoft.com/office/drawing/2014/main" id="{7B80F0DD-816B-4E0B-8C85-8413DB8C70EF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6394450" y="740229"/>
            <a:ext cx="4865211" cy="1078146"/>
          </a:xfrm>
        </p:spPr>
        <p:txBody>
          <a:bodyPr anchor="b" anchorCtr="0">
            <a:normAutofit/>
          </a:bodyPr>
          <a:lstStyle>
            <a:lvl1pPr marL="0" indent="0">
              <a:buNone/>
              <a:defRPr sz="3200">
                <a:solidFill>
                  <a:schemeClr val="bg2"/>
                </a:solidFill>
                <a:latin typeface="+mn-lt"/>
              </a:defRPr>
            </a:lvl1pPr>
            <a:lvl2pPr marL="22860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4578484E-3DC4-4DF6-819B-FDDDA6F166CB}"/>
              </a:ext>
            </a:extLst>
          </p:cNvPr>
          <p:cNvSpPr txBox="1"/>
          <p:nvPr/>
        </p:nvSpPr>
        <p:spPr>
          <a:xfrm>
            <a:off x="11908632" y="6579173"/>
            <a:ext cx="128240" cy="123111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0" tIns="0" rIns="0" bIns="0" numCol="1" spcCol="38100" rtlCol="0" anchor="t" anchorCtr="0">
            <a:spAutoFit/>
          </a:bodyPr>
          <a:lstStyle/>
          <a:p>
            <a:pPr marL="0" marR="0" indent="0" algn="ctr" defTabSz="2438338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fld id="{4F6B73DA-0149-4325-A7B8-AE29BD4BC701}" type="slidenum">
              <a:rPr kumimoji="0" lang="en-US" sz="800" b="0" i="0" u="none" strike="noStrike" cap="none" spc="0" normalizeH="0" baseline="0" smtClean="0">
                <a:ln>
                  <a:noFill/>
                </a:ln>
                <a:solidFill>
                  <a:schemeClr val="tx2"/>
                </a:solidFill>
                <a:effectLst/>
                <a:uFillTx/>
                <a:latin typeface="+mn-lt"/>
                <a:ea typeface="+mn-ea"/>
                <a:cs typeface="+mn-cs"/>
                <a:sym typeface="Helvetica Neue"/>
              </a:rPr>
              <a:pPr marL="0" marR="0" indent="0" algn="ctr" defTabSz="2438338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t>‹#›</a:t>
            </a:fld>
            <a:endParaRPr kumimoji="0" lang="en-US" sz="800" b="0" i="0" u="none" strike="noStrike" cap="none" spc="0" normalizeH="0" baseline="0" dirty="0" err="1">
              <a:ln>
                <a:noFill/>
              </a:ln>
              <a:solidFill>
                <a:schemeClr val="tx2"/>
              </a:solidFill>
              <a:effectLst/>
              <a:uFillTx/>
              <a:latin typeface="+mn-lt"/>
              <a:ea typeface="+mn-ea"/>
              <a:cs typeface="+mn-cs"/>
              <a:sym typeface="Helvetica Neue"/>
            </a:endParaRPr>
          </a:p>
        </p:txBody>
      </p:sp>
    </p:spTree>
    <p:extLst>
      <p:ext uri="{BB962C8B-B14F-4D97-AF65-F5344CB8AC3E}">
        <p14:creationId xmlns:p14="http://schemas.microsoft.com/office/powerpoint/2010/main" val="38318788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, Sub &amp; Content Blue 3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DFE89D76-523B-456C-9EE9-BC9CB964E5C3}"/>
              </a:ext>
            </a:extLst>
          </p:cNvPr>
          <p:cNvSpPr>
            <a:spLocks noGrp="1"/>
          </p:cNvSpPr>
          <p:nvPr>
            <p:ph sz="quarter" idx="27"/>
          </p:nvPr>
        </p:nvSpPr>
        <p:spPr>
          <a:xfrm>
            <a:off x="6394450" y="1974850"/>
            <a:ext cx="4852988" cy="3703638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1" name="Title Text">
            <a:extLst>
              <a:ext uri="{FF2B5EF4-FFF2-40B4-BE49-F238E27FC236}">
                <a16:creationId xmlns:a16="http://schemas.microsoft.com/office/drawing/2014/main" id="{72D74CEB-BA0A-43F1-82CE-384185B612C9}"/>
              </a:ext>
            </a:extLst>
          </p:cNvPr>
          <p:cNvSpPr txBox="1">
            <a:spLocks noGrp="1"/>
          </p:cNvSpPr>
          <p:nvPr>
            <p:ph type="title" hasCustomPrompt="1"/>
          </p:nvPr>
        </p:nvSpPr>
        <p:spPr>
          <a:xfrm>
            <a:off x="554183" y="2545222"/>
            <a:ext cx="4765744" cy="249783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 anchor="t" anchorCtr="0">
            <a:noAutofit/>
          </a:bodyPr>
          <a:lstStyle>
            <a:lvl1pPr>
              <a:defRPr sz="40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Title Text Goes Here</a:t>
            </a:r>
          </a:p>
        </p:txBody>
      </p:sp>
      <p:sp>
        <p:nvSpPr>
          <p:cNvPr id="11" name="Text Placeholder 3">
            <a:extLst>
              <a:ext uri="{FF2B5EF4-FFF2-40B4-BE49-F238E27FC236}">
                <a16:creationId xmlns:a16="http://schemas.microsoft.com/office/drawing/2014/main" id="{50F55EEA-3D90-42F4-B8D0-30E0374D2A5B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6394450" y="740229"/>
            <a:ext cx="4865211" cy="1078146"/>
          </a:xfrm>
        </p:spPr>
        <p:txBody>
          <a:bodyPr anchor="b" anchorCtr="0">
            <a:normAutofit/>
          </a:bodyPr>
          <a:lstStyle>
            <a:lvl1pPr marL="0" indent="0">
              <a:buNone/>
              <a:defRPr sz="3200">
                <a:solidFill>
                  <a:schemeClr val="bg1"/>
                </a:solidFill>
                <a:latin typeface="+mn-lt"/>
              </a:defRPr>
            </a:lvl1pPr>
            <a:lvl2pPr marL="22860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Square">
            <a:extLst>
              <a:ext uri="{FF2B5EF4-FFF2-40B4-BE49-F238E27FC236}">
                <a16:creationId xmlns:a16="http://schemas.microsoft.com/office/drawing/2014/main" id="{C4A06178-9ACC-4082-8329-4A9A59924508}"/>
              </a:ext>
            </a:extLst>
          </p:cNvPr>
          <p:cNvSpPr/>
          <p:nvPr/>
        </p:nvSpPr>
        <p:spPr>
          <a:xfrm>
            <a:off x="11741697" y="6407185"/>
            <a:ext cx="450068" cy="450068"/>
          </a:xfrm>
          <a:prstGeom prst="rect">
            <a:avLst/>
          </a:prstGeom>
          <a:solidFill>
            <a:schemeClr val="accent1">
              <a:alpha val="50000"/>
            </a:schemeClr>
          </a:solidFill>
          <a:ln w="12700">
            <a:miter lim="400000"/>
          </a:ln>
        </p:spPr>
        <p:txBody>
          <a:bodyPr lIns="0" tIns="0" rIns="0" bIns="0" anchor="ctr"/>
          <a:lstStyle/>
          <a:p>
            <a:pPr defTabSz="412750">
              <a:defRPr sz="3200">
                <a:solidFill>
                  <a:srgbClr val="026FC5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sz="160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DC922DFF-5663-40DE-9B54-4149EDB7740E}"/>
              </a:ext>
            </a:extLst>
          </p:cNvPr>
          <p:cNvSpPr txBox="1"/>
          <p:nvPr/>
        </p:nvSpPr>
        <p:spPr>
          <a:xfrm>
            <a:off x="11881866" y="6268286"/>
            <a:ext cx="207818" cy="463973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25400" tIns="25400" rIns="25400" bIns="25400" numCol="1" spcCol="38100" rtlCol="0" anchor="ctr">
            <a:spAutoFit/>
          </a:bodyPr>
          <a:lstStyle/>
          <a:p>
            <a:pPr marL="0" marR="0" indent="0" algn="l" defTabSz="1219169" rtl="0" fontAlgn="auto" latinLnBrk="0" hangingPunct="0">
              <a:lnSpc>
                <a:spcPct val="90000"/>
              </a:lnSpc>
              <a:spcBef>
                <a:spcPts val="225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fld id="{302FE90D-A879-0D42-B0CA-7E5C0D197FB5}" type="slidenum">
              <a:rPr kumimoji="0" lang="en-US" sz="850" b="0" i="0" u="none" strike="noStrike" cap="none" spc="0" normalizeH="0" baseline="0" smtClean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Intel Clear" panose="020B0604020203020204" pitchFamily="34" charset="0"/>
                <a:ea typeface="Intel Clear" panose="020B0604020203020204" pitchFamily="34" charset="0"/>
                <a:cs typeface="Intel Clear" panose="020B0604020203020204" pitchFamily="34" charset="0"/>
                <a:sym typeface="Helvetica Neue"/>
              </a:rPr>
              <a:pPr marL="0" marR="0" indent="0" algn="l" defTabSz="1219169" rtl="0" fontAlgn="auto" latinLnBrk="0" hangingPunct="0">
                <a:lnSpc>
                  <a:spcPct val="90000"/>
                </a:lnSpc>
                <a:spcBef>
                  <a:spcPts val="225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t>‹#›</a:t>
            </a:fld>
            <a:endParaRPr kumimoji="0" lang="en-US" sz="850" b="0" i="0" u="none" strike="noStrike" cap="none" spc="0" normalizeH="0" baseline="0" dirty="0">
              <a:ln>
                <a:noFill/>
              </a:ln>
              <a:solidFill>
                <a:schemeClr val="bg1"/>
              </a:solidFill>
              <a:effectLst/>
              <a:uFillTx/>
              <a:latin typeface="Intel Clear" panose="020B0604020203020204" pitchFamily="34" charset="0"/>
              <a:ea typeface="Intel Clear" panose="020B0604020203020204" pitchFamily="34" charset="0"/>
              <a:cs typeface="Intel Clear" panose="020B0604020203020204" pitchFamily="34" charset="0"/>
              <a:sym typeface="Helvetica Neue"/>
            </a:endParaRPr>
          </a:p>
        </p:txBody>
      </p:sp>
      <p:pic>
        <p:nvPicPr>
          <p:cNvPr id="22" name="Image" descr="Image">
            <a:extLst>
              <a:ext uri="{FF2B5EF4-FFF2-40B4-BE49-F238E27FC236}">
                <a16:creationId xmlns:a16="http://schemas.microsoft.com/office/drawing/2014/main" id="{E5997704-33EA-4D7D-8B55-E46DD221681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51433" y="6543018"/>
            <a:ext cx="491250" cy="190501"/>
          </a:xfrm>
          <a:prstGeom prst="rect">
            <a:avLst/>
          </a:prstGeom>
          <a:ln w="12700">
            <a:miter lim="400000"/>
          </a:ln>
        </p:spPr>
      </p:pic>
      <p:sp>
        <p:nvSpPr>
          <p:cNvPr id="25" name="Rectangle 24">
            <a:extLst>
              <a:ext uri="{FF2B5EF4-FFF2-40B4-BE49-F238E27FC236}">
                <a16:creationId xmlns:a16="http://schemas.microsoft.com/office/drawing/2014/main" id="{373D4EB9-5CAF-4B81-91EA-AD490D0B13E4}"/>
              </a:ext>
            </a:extLst>
          </p:cNvPr>
          <p:cNvSpPr/>
          <p:nvPr/>
        </p:nvSpPr>
        <p:spPr>
          <a:xfrm rot="5400000">
            <a:off x="8758537" y="2978453"/>
            <a:ext cx="6407450" cy="450549"/>
          </a:xfrm>
          <a:prstGeom prst="rect">
            <a:avLst/>
          </a:prstGeom>
          <a:solidFill>
            <a:schemeClr val="tx2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6B8EC7E5-1DFD-430B-8A54-50D7643BA7A8}"/>
              </a:ext>
            </a:extLst>
          </p:cNvPr>
          <p:cNvSpPr/>
          <p:nvPr/>
        </p:nvSpPr>
        <p:spPr>
          <a:xfrm>
            <a:off x="5061102" y="6562504"/>
            <a:ext cx="2069797" cy="2314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1000" dirty="0">
                <a:solidFill>
                  <a:schemeClr val="bg1"/>
                </a:solidFill>
              </a:rPr>
              <a:t>Intel Confidential – Internal Only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14143B69-7B59-441D-9D8D-CED51368A593}"/>
              </a:ext>
            </a:extLst>
          </p:cNvPr>
          <p:cNvSpPr/>
          <p:nvPr/>
        </p:nvSpPr>
        <p:spPr>
          <a:xfrm>
            <a:off x="483010" y="6562504"/>
            <a:ext cx="1630575" cy="2314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l"/>
            <a:r>
              <a:rPr lang="en-US" sz="1000" dirty="0">
                <a:solidFill>
                  <a:schemeClr val="bg1"/>
                </a:solidFill>
              </a:rPr>
              <a:t>Ethernet Products Group</a:t>
            </a:r>
          </a:p>
        </p:txBody>
      </p:sp>
    </p:spTree>
    <p:extLst>
      <p:ext uri="{BB962C8B-B14F-4D97-AF65-F5344CB8AC3E}">
        <p14:creationId xmlns:p14="http://schemas.microsoft.com/office/powerpoint/2010/main" val="19352911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, Sub &amp; Content Light Blue 2">
    <p:bg>
      <p:bgPr>
        <a:solidFill>
          <a:schemeClr val="accent2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Content Placeholder 2">
            <a:extLst>
              <a:ext uri="{FF2B5EF4-FFF2-40B4-BE49-F238E27FC236}">
                <a16:creationId xmlns:a16="http://schemas.microsoft.com/office/drawing/2014/main" id="{2093C42A-FAA6-40D8-A663-DDDE456C16CF}"/>
              </a:ext>
            </a:extLst>
          </p:cNvPr>
          <p:cNvSpPr>
            <a:spLocks noGrp="1"/>
          </p:cNvSpPr>
          <p:nvPr>
            <p:ph sz="quarter" idx="27"/>
          </p:nvPr>
        </p:nvSpPr>
        <p:spPr>
          <a:xfrm>
            <a:off x="6394450" y="1974850"/>
            <a:ext cx="4852988" cy="3703638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3" name="Title Text">
            <a:extLst>
              <a:ext uri="{FF2B5EF4-FFF2-40B4-BE49-F238E27FC236}">
                <a16:creationId xmlns:a16="http://schemas.microsoft.com/office/drawing/2014/main" id="{6A03358B-3D25-4A6D-85E6-54F235A943A8}"/>
              </a:ext>
            </a:extLst>
          </p:cNvPr>
          <p:cNvSpPr txBox="1">
            <a:spLocks noGrp="1"/>
          </p:cNvSpPr>
          <p:nvPr>
            <p:ph type="title" hasCustomPrompt="1"/>
          </p:nvPr>
        </p:nvSpPr>
        <p:spPr>
          <a:xfrm>
            <a:off x="554183" y="2545222"/>
            <a:ext cx="4765744" cy="249783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 anchor="t" anchorCtr="0">
            <a:noAutofit/>
          </a:bodyPr>
          <a:lstStyle>
            <a:lvl1pPr>
              <a:defRPr sz="40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Title Text Goes Here</a:t>
            </a:r>
          </a:p>
        </p:txBody>
      </p:sp>
      <p:sp>
        <p:nvSpPr>
          <p:cNvPr id="12" name="Text Placeholder 3">
            <a:extLst>
              <a:ext uri="{FF2B5EF4-FFF2-40B4-BE49-F238E27FC236}">
                <a16:creationId xmlns:a16="http://schemas.microsoft.com/office/drawing/2014/main" id="{F8EBE803-6659-42A1-A094-94B9EF7ABC2F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6394450" y="740229"/>
            <a:ext cx="4865211" cy="1078146"/>
          </a:xfrm>
        </p:spPr>
        <p:txBody>
          <a:bodyPr anchor="b" anchorCtr="0">
            <a:normAutofit/>
          </a:bodyPr>
          <a:lstStyle>
            <a:lvl1pPr marL="0" indent="0">
              <a:buNone/>
              <a:defRPr sz="3200">
                <a:solidFill>
                  <a:schemeClr val="bg1"/>
                </a:solidFill>
                <a:latin typeface="+mn-lt"/>
              </a:defRPr>
            </a:lvl1pPr>
            <a:lvl2pPr marL="22860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DC0D4B91-0BAF-46EC-9A7C-9D57C3224A9C}"/>
              </a:ext>
            </a:extLst>
          </p:cNvPr>
          <p:cNvSpPr/>
          <p:nvPr/>
        </p:nvSpPr>
        <p:spPr>
          <a:xfrm>
            <a:off x="0" y="6407451"/>
            <a:ext cx="11736987" cy="450549"/>
          </a:xfrm>
          <a:prstGeom prst="rect">
            <a:avLst/>
          </a:prstGeom>
          <a:solidFill>
            <a:schemeClr val="accent2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4B30B67E-5DCD-4732-882C-64DE9CC86419}"/>
              </a:ext>
            </a:extLst>
          </p:cNvPr>
          <p:cNvSpPr txBox="1"/>
          <p:nvPr/>
        </p:nvSpPr>
        <p:spPr>
          <a:xfrm>
            <a:off x="11881866" y="6268286"/>
            <a:ext cx="207818" cy="463973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25400" tIns="25400" rIns="25400" bIns="25400" numCol="1" spcCol="38100" rtlCol="0" anchor="ctr">
            <a:spAutoFit/>
          </a:bodyPr>
          <a:lstStyle/>
          <a:p>
            <a:pPr marL="0" marR="0" indent="0" algn="l" defTabSz="1219169" rtl="0" fontAlgn="auto" latinLnBrk="0" hangingPunct="0">
              <a:lnSpc>
                <a:spcPct val="90000"/>
              </a:lnSpc>
              <a:spcBef>
                <a:spcPts val="225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fld id="{302FE90D-A879-0D42-B0CA-7E5C0D197FB5}" type="slidenum">
              <a:rPr kumimoji="0" lang="en-US" sz="850" b="0" i="0" u="none" strike="noStrike" cap="none" spc="0" normalizeH="0" baseline="0" smtClean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Intel Clear" panose="020B0604020203020204" pitchFamily="34" charset="0"/>
                <a:ea typeface="Intel Clear" panose="020B0604020203020204" pitchFamily="34" charset="0"/>
                <a:cs typeface="Intel Clear" panose="020B0604020203020204" pitchFamily="34" charset="0"/>
                <a:sym typeface="Helvetica Neue"/>
              </a:rPr>
              <a:pPr marL="0" marR="0" indent="0" algn="l" defTabSz="1219169" rtl="0" fontAlgn="auto" latinLnBrk="0" hangingPunct="0">
                <a:lnSpc>
                  <a:spcPct val="90000"/>
                </a:lnSpc>
                <a:spcBef>
                  <a:spcPts val="225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t>‹#›</a:t>
            </a:fld>
            <a:endParaRPr kumimoji="0" lang="en-US" sz="850" b="0" i="0" u="none" strike="noStrike" cap="none" spc="0" normalizeH="0" baseline="0" dirty="0">
              <a:ln>
                <a:noFill/>
              </a:ln>
              <a:solidFill>
                <a:schemeClr val="bg1"/>
              </a:solidFill>
              <a:effectLst/>
              <a:uFillTx/>
              <a:latin typeface="Intel Clear" panose="020B0604020203020204" pitchFamily="34" charset="0"/>
              <a:ea typeface="Intel Clear" panose="020B0604020203020204" pitchFamily="34" charset="0"/>
              <a:cs typeface="Intel Clear" panose="020B0604020203020204" pitchFamily="34" charset="0"/>
              <a:sym typeface="Helvetica Neue"/>
            </a:endParaRPr>
          </a:p>
        </p:txBody>
      </p:sp>
      <p:pic>
        <p:nvPicPr>
          <p:cNvPr id="18" name="Image" descr="Image">
            <a:extLst>
              <a:ext uri="{FF2B5EF4-FFF2-40B4-BE49-F238E27FC236}">
                <a16:creationId xmlns:a16="http://schemas.microsoft.com/office/drawing/2014/main" id="{2F70C4FC-7A21-4AFA-8998-5EAB2E19CBC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51433" y="6543018"/>
            <a:ext cx="491250" cy="190501"/>
          </a:xfrm>
          <a:prstGeom prst="rect">
            <a:avLst/>
          </a:prstGeom>
          <a:ln w="12700">
            <a:miter lim="400000"/>
          </a:ln>
        </p:spPr>
      </p:pic>
      <p:sp>
        <p:nvSpPr>
          <p:cNvPr id="25" name="Rectangle 24">
            <a:extLst>
              <a:ext uri="{FF2B5EF4-FFF2-40B4-BE49-F238E27FC236}">
                <a16:creationId xmlns:a16="http://schemas.microsoft.com/office/drawing/2014/main" id="{F98FFA5B-1C6A-486A-A0FE-02206FCDC54A}"/>
              </a:ext>
            </a:extLst>
          </p:cNvPr>
          <p:cNvSpPr/>
          <p:nvPr/>
        </p:nvSpPr>
        <p:spPr>
          <a:xfrm rot="5400000">
            <a:off x="8758537" y="2978453"/>
            <a:ext cx="6407450" cy="450549"/>
          </a:xfrm>
          <a:prstGeom prst="rect">
            <a:avLst/>
          </a:prstGeom>
          <a:solidFill>
            <a:schemeClr val="accent2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1D88C410-A687-4599-B336-6B04BD4C7DE9}"/>
              </a:ext>
            </a:extLst>
          </p:cNvPr>
          <p:cNvSpPr/>
          <p:nvPr/>
        </p:nvSpPr>
        <p:spPr>
          <a:xfrm>
            <a:off x="5061102" y="6562504"/>
            <a:ext cx="2069797" cy="2314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1000" dirty="0">
                <a:solidFill>
                  <a:schemeClr val="bg1"/>
                </a:solidFill>
              </a:rPr>
              <a:t>Intel Confidential – Internal Only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FBD7B656-DE55-466D-8BA5-3B0122A4C4E0}"/>
              </a:ext>
            </a:extLst>
          </p:cNvPr>
          <p:cNvSpPr/>
          <p:nvPr/>
        </p:nvSpPr>
        <p:spPr>
          <a:xfrm>
            <a:off x="483010" y="6562504"/>
            <a:ext cx="1630575" cy="2314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l"/>
            <a:r>
              <a:rPr lang="en-US" sz="1000" dirty="0">
                <a:solidFill>
                  <a:schemeClr val="bg1"/>
                </a:solidFill>
              </a:rPr>
              <a:t>Ethernet Products Group</a:t>
            </a:r>
          </a:p>
        </p:txBody>
      </p:sp>
    </p:spTree>
    <p:extLst>
      <p:ext uri="{BB962C8B-B14F-4D97-AF65-F5344CB8AC3E}">
        <p14:creationId xmlns:p14="http://schemas.microsoft.com/office/powerpoint/2010/main" val="352238245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&amp; Sub 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3" name="Chart 5">
            <a:extLst>
              <a:ext uri="{FF2B5EF4-FFF2-40B4-BE49-F238E27FC236}">
                <a16:creationId xmlns:a16="http://schemas.microsoft.com/office/drawing/2014/main" id="{F0529FEA-BEC4-644C-94EE-601D5BED26F3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170086627"/>
              </p:ext>
            </p:extLst>
          </p:nvPr>
        </p:nvGraphicFramePr>
        <p:xfrm>
          <a:off x="7201593" y="1799047"/>
          <a:ext cx="3472287" cy="402567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10" name="Title Text">
            <a:extLst>
              <a:ext uri="{FF2B5EF4-FFF2-40B4-BE49-F238E27FC236}">
                <a16:creationId xmlns:a16="http://schemas.microsoft.com/office/drawing/2014/main" id="{0EA1A176-5931-41CA-86D5-15FC4398AA40}"/>
              </a:ext>
            </a:extLst>
          </p:cNvPr>
          <p:cNvSpPr txBox="1">
            <a:spLocks noGrp="1"/>
          </p:cNvSpPr>
          <p:nvPr>
            <p:ph type="title" hasCustomPrompt="1"/>
          </p:nvPr>
        </p:nvSpPr>
        <p:spPr>
          <a:xfrm>
            <a:off x="1444480" y="1917036"/>
            <a:ext cx="9303040" cy="302392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 anchor="ctr" anchorCtr="0">
            <a:noAutofit/>
          </a:bodyPr>
          <a:lstStyle>
            <a:lvl1pPr algn="ctr">
              <a:defRPr sz="4800"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48pt Intel Clear Light Body. For content that is not a section, but has a big idea in text only.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597652EB-8B2D-46CC-B147-89A4C26A2D8F}"/>
              </a:ext>
            </a:extLst>
          </p:cNvPr>
          <p:cNvSpPr/>
          <p:nvPr/>
        </p:nvSpPr>
        <p:spPr>
          <a:xfrm>
            <a:off x="0" y="0"/>
            <a:ext cx="11736987" cy="450549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571A480A-B7B4-498C-9868-A91E2651D429}"/>
              </a:ext>
            </a:extLst>
          </p:cNvPr>
          <p:cNvSpPr/>
          <p:nvPr/>
        </p:nvSpPr>
        <p:spPr>
          <a:xfrm rot="5400000">
            <a:off x="-2978450" y="2978453"/>
            <a:ext cx="6407450" cy="450549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</p:spTree>
    <p:extLst>
      <p:ext uri="{BB962C8B-B14F-4D97-AF65-F5344CB8AC3E}">
        <p14:creationId xmlns:p14="http://schemas.microsoft.com/office/powerpoint/2010/main" val="15363285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&amp; Sub Blue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0" name="Rectangle"/>
          <p:cNvSpPr/>
          <p:nvPr/>
        </p:nvSpPr>
        <p:spPr>
          <a:xfrm>
            <a:off x="471054" y="464127"/>
            <a:ext cx="11272494" cy="5944838"/>
          </a:xfrm>
          <a:prstGeom prst="rect">
            <a:avLst/>
          </a:prstGeom>
          <a:solidFill>
            <a:schemeClr val="accent1"/>
          </a:solidFill>
          <a:ln w="12700">
            <a:miter lim="400000"/>
          </a:ln>
        </p:spPr>
        <p:txBody>
          <a:bodyPr lIns="25400" tIns="25400" rIns="25400" bIns="25400" anchor="ctr"/>
          <a:lstStyle/>
          <a:p>
            <a:pPr algn="ctr" defTabSz="41275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sz="1600"/>
          </a:p>
        </p:txBody>
      </p:sp>
      <p:sp>
        <p:nvSpPr>
          <p:cNvPr id="861" name="Square"/>
          <p:cNvSpPr/>
          <p:nvPr/>
        </p:nvSpPr>
        <p:spPr>
          <a:xfrm>
            <a:off x="11743603" y="6405281"/>
            <a:ext cx="448398" cy="452720"/>
          </a:xfrm>
          <a:prstGeom prst="rect">
            <a:avLst/>
          </a:prstGeom>
          <a:solidFill>
            <a:schemeClr val="accent1"/>
          </a:solidFill>
          <a:ln w="12700">
            <a:miter lim="400000"/>
          </a:ln>
        </p:spPr>
        <p:txBody>
          <a:bodyPr lIns="0" tIns="0" rIns="0" bIns="0" anchor="ctr"/>
          <a:lstStyle/>
          <a:p>
            <a:pPr algn="ctr" defTabSz="41275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026FC5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sz="1600"/>
          </a:p>
        </p:txBody>
      </p:sp>
      <p:pic>
        <p:nvPicPr>
          <p:cNvPr id="862" name="Image" descr="Imag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51433" y="6543018"/>
            <a:ext cx="491250" cy="190501"/>
          </a:xfrm>
          <a:prstGeom prst="rect">
            <a:avLst/>
          </a:prstGeom>
          <a:ln w="12700">
            <a:miter lim="400000"/>
          </a:ln>
        </p:spPr>
      </p:pic>
      <p:sp>
        <p:nvSpPr>
          <p:cNvPr id="866" name="Text"/>
          <p:cNvSpPr txBox="1"/>
          <p:nvPr/>
        </p:nvSpPr>
        <p:spPr>
          <a:xfrm>
            <a:off x="11942955" y="6538004"/>
            <a:ext cx="51361" cy="189796"/>
          </a:xfrm>
          <a:prstGeom prst="rect">
            <a:avLst/>
          </a:prstGeom>
          <a:ln w="12700">
            <a:miter lim="400000"/>
          </a:ln>
        </p:spPr>
        <p:txBody>
          <a:bodyPr wrap="none" lIns="25400" tIns="25400" rIns="25400" bIns="25400" anchor="b">
            <a:spAutoFit/>
          </a:bodyPr>
          <a:lstStyle/>
          <a:p>
            <a:pPr algn="ctr" defTabSz="292100">
              <a:lnSpc>
                <a:spcPct val="100000"/>
              </a:lnSpc>
              <a:spcBef>
                <a:spcPts val="0"/>
              </a:spcBef>
              <a:defRPr sz="1800">
                <a:solidFill>
                  <a:srgbClr val="FFFFFF"/>
                </a:solidFill>
                <a:latin typeface="Intel Clear"/>
                <a:ea typeface="Intel Clear"/>
                <a:cs typeface="Intel Clear"/>
                <a:sym typeface="Intel Clear"/>
              </a:defRPr>
            </a:pPr>
            <a:endParaRPr sz="90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D4875CE-AB47-3643-8581-D89E9CF7EFC1}"/>
              </a:ext>
            </a:extLst>
          </p:cNvPr>
          <p:cNvSpPr txBox="1"/>
          <p:nvPr/>
        </p:nvSpPr>
        <p:spPr>
          <a:xfrm>
            <a:off x="11881866" y="6268286"/>
            <a:ext cx="207818" cy="463973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25400" tIns="25400" rIns="25400" bIns="25400" numCol="1" spcCol="38100" rtlCol="0" anchor="ctr">
            <a:spAutoFit/>
          </a:bodyPr>
          <a:lstStyle/>
          <a:p>
            <a:pPr marL="0" marR="0" indent="0" algn="l" defTabSz="1219169" rtl="0" fontAlgn="auto" latinLnBrk="0" hangingPunct="0">
              <a:lnSpc>
                <a:spcPct val="90000"/>
              </a:lnSpc>
              <a:spcBef>
                <a:spcPts val="225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fld id="{302FE90D-A879-0D42-B0CA-7E5C0D197FB5}" type="slidenum">
              <a:rPr kumimoji="0" lang="en-US" sz="850" b="0" i="0" u="none" strike="noStrike" cap="none" spc="0" normalizeH="0" baseline="0" smtClean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Intel Clear" panose="020B0604020203020204" pitchFamily="34" charset="0"/>
                <a:ea typeface="Intel Clear" panose="020B0604020203020204" pitchFamily="34" charset="0"/>
                <a:cs typeface="Intel Clear" panose="020B0604020203020204" pitchFamily="34" charset="0"/>
                <a:sym typeface="Helvetica Neue"/>
              </a:rPr>
              <a:pPr marL="0" marR="0" indent="0" algn="l" defTabSz="1219169" rtl="0" fontAlgn="auto" latinLnBrk="0" hangingPunct="0">
                <a:lnSpc>
                  <a:spcPct val="90000"/>
                </a:lnSpc>
                <a:spcBef>
                  <a:spcPts val="225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t>‹#›</a:t>
            </a:fld>
            <a:endParaRPr kumimoji="0" lang="en-US" sz="850" b="0" i="0" u="none" strike="noStrike" cap="none" spc="0" normalizeH="0" baseline="0" dirty="0">
              <a:ln>
                <a:noFill/>
              </a:ln>
              <a:solidFill>
                <a:srgbClr val="FFFFFF"/>
              </a:solidFill>
              <a:effectLst/>
              <a:uFillTx/>
              <a:latin typeface="Intel Clear" panose="020B0604020203020204" pitchFamily="34" charset="0"/>
              <a:ea typeface="Intel Clear" panose="020B0604020203020204" pitchFamily="34" charset="0"/>
              <a:cs typeface="Intel Clear" panose="020B0604020203020204" pitchFamily="34" charset="0"/>
              <a:sym typeface="Helvetica Neue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41A778AB-F6EC-4101-87E6-DECF7944E661}"/>
              </a:ext>
            </a:extLst>
          </p:cNvPr>
          <p:cNvSpPr/>
          <p:nvPr/>
        </p:nvSpPr>
        <p:spPr>
          <a:xfrm>
            <a:off x="5503530" y="6562504"/>
            <a:ext cx="1184940" cy="2314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1000" dirty="0">
                <a:solidFill>
                  <a:schemeClr val="bg1"/>
                </a:solidFill>
              </a:rPr>
              <a:t>Intel Confidential</a:t>
            </a:r>
          </a:p>
        </p:txBody>
      </p:sp>
      <p:sp>
        <p:nvSpPr>
          <p:cNvPr id="10" name="Title Text">
            <a:extLst>
              <a:ext uri="{FF2B5EF4-FFF2-40B4-BE49-F238E27FC236}">
                <a16:creationId xmlns:a16="http://schemas.microsoft.com/office/drawing/2014/main" id="{E400EEBB-F912-40CA-A759-DEFE15164979}"/>
              </a:ext>
            </a:extLst>
          </p:cNvPr>
          <p:cNvSpPr txBox="1">
            <a:spLocks noGrp="1"/>
          </p:cNvSpPr>
          <p:nvPr>
            <p:ph type="title" hasCustomPrompt="1"/>
          </p:nvPr>
        </p:nvSpPr>
        <p:spPr>
          <a:xfrm>
            <a:off x="1444480" y="1917036"/>
            <a:ext cx="9303040" cy="302392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 anchor="ctr" anchorCtr="0">
            <a:noAutofit/>
          </a:bodyPr>
          <a:lstStyle>
            <a:lvl1pPr algn="ctr">
              <a:defRPr sz="48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48pt Intel Clear Light Body. For content that is not a section, but has a big idea in text only.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5294E482-DD44-413E-AC22-7A1BDCABA774}"/>
              </a:ext>
            </a:extLst>
          </p:cNvPr>
          <p:cNvSpPr/>
          <p:nvPr/>
        </p:nvSpPr>
        <p:spPr>
          <a:xfrm>
            <a:off x="483010" y="6562504"/>
            <a:ext cx="1630575" cy="2314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l"/>
            <a:r>
              <a:rPr lang="en-US" sz="1000" dirty="0">
                <a:solidFill>
                  <a:schemeClr val="bg1"/>
                </a:solidFill>
              </a:rPr>
              <a:t>Ethernet Products Group</a:t>
            </a:r>
          </a:p>
        </p:txBody>
      </p:sp>
    </p:spTree>
    <p:extLst>
      <p:ext uri="{BB962C8B-B14F-4D97-AF65-F5344CB8AC3E}">
        <p14:creationId xmlns:p14="http://schemas.microsoft.com/office/powerpoint/2010/main" val="89161275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&amp; Sub Light Blue">
    <p:bg>
      <p:bgPr>
        <a:solidFill>
          <a:srgbClr val="00C7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0" name="Rectangle"/>
          <p:cNvSpPr/>
          <p:nvPr/>
        </p:nvSpPr>
        <p:spPr>
          <a:xfrm>
            <a:off x="471054" y="464127"/>
            <a:ext cx="11272494" cy="5944838"/>
          </a:xfrm>
          <a:prstGeom prst="rect">
            <a:avLst/>
          </a:prstGeom>
          <a:solidFill>
            <a:schemeClr val="accent2">
              <a:lumMod val="75000"/>
            </a:schemeClr>
          </a:solidFill>
          <a:ln w="12700">
            <a:miter lim="400000"/>
          </a:ln>
        </p:spPr>
        <p:txBody>
          <a:bodyPr lIns="25400" tIns="25400" rIns="25400" bIns="25400" anchor="ctr"/>
          <a:lstStyle/>
          <a:p>
            <a:pPr algn="ctr" defTabSz="41275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sz="1600"/>
          </a:p>
        </p:txBody>
      </p:sp>
      <p:sp>
        <p:nvSpPr>
          <p:cNvPr id="861" name="Square"/>
          <p:cNvSpPr/>
          <p:nvPr/>
        </p:nvSpPr>
        <p:spPr>
          <a:xfrm>
            <a:off x="11743603" y="6405281"/>
            <a:ext cx="448398" cy="452720"/>
          </a:xfrm>
          <a:prstGeom prst="rect">
            <a:avLst/>
          </a:prstGeom>
          <a:solidFill>
            <a:schemeClr val="accent2">
              <a:lumMod val="75000"/>
            </a:schemeClr>
          </a:solidFill>
          <a:ln w="12700">
            <a:miter lim="400000"/>
          </a:ln>
        </p:spPr>
        <p:txBody>
          <a:bodyPr lIns="0" tIns="0" rIns="0" bIns="0" anchor="ctr"/>
          <a:lstStyle/>
          <a:p>
            <a:pPr algn="ctr" defTabSz="41275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026FC5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sz="1600"/>
          </a:p>
        </p:txBody>
      </p:sp>
      <p:pic>
        <p:nvPicPr>
          <p:cNvPr id="862" name="Image" descr="Imag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51433" y="6543018"/>
            <a:ext cx="491250" cy="190501"/>
          </a:xfrm>
          <a:prstGeom prst="rect">
            <a:avLst/>
          </a:prstGeom>
          <a:ln w="12700">
            <a:miter lim="400000"/>
          </a:ln>
        </p:spPr>
      </p:pic>
      <p:sp>
        <p:nvSpPr>
          <p:cNvPr id="866" name="Text"/>
          <p:cNvSpPr txBox="1"/>
          <p:nvPr/>
        </p:nvSpPr>
        <p:spPr>
          <a:xfrm>
            <a:off x="11942955" y="6538004"/>
            <a:ext cx="51361" cy="189796"/>
          </a:xfrm>
          <a:prstGeom prst="rect">
            <a:avLst/>
          </a:prstGeom>
          <a:ln w="12700">
            <a:miter lim="400000"/>
          </a:ln>
        </p:spPr>
        <p:txBody>
          <a:bodyPr wrap="none" lIns="25400" tIns="25400" rIns="25400" bIns="25400" anchor="b">
            <a:spAutoFit/>
          </a:bodyPr>
          <a:lstStyle/>
          <a:p>
            <a:pPr algn="ctr" defTabSz="292100">
              <a:lnSpc>
                <a:spcPct val="100000"/>
              </a:lnSpc>
              <a:spcBef>
                <a:spcPts val="0"/>
              </a:spcBef>
              <a:defRPr sz="1800">
                <a:solidFill>
                  <a:srgbClr val="FFFFFF"/>
                </a:solidFill>
                <a:latin typeface="Intel Clear"/>
                <a:ea typeface="Intel Clear"/>
                <a:cs typeface="Intel Clear"/>
                <a:sym typeface="Intel Clear"/>
              </a:defRPr>
            </a:pPr>
            <a:endParaRPr sz="90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D4875CE-AB47-3643-8581-D89E9CF7EFC1}"/>
              </a:ext>
            </a:extLst>
          </p:cNvPr>
          <p:cNvSpPr txBox="1"/>
          <p:nvPr/>
        </p:nvSpPr>
        <p:spPr>
          <a:xfrm>
            <a:off x="11881866" y="6268286"/>
            <a:ext cx="207818" cy="463973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25400" tIns="25400" rIns="25400" bIns="25400" numCol="1" spcCol="38100" rtlCol="0" anchor="ctr">
            <a:spAutoFit/>
          </a:bodyPr>
          <a:lstStyle/>
          <a:p>
            <a:pPr marL="0" marR="0" indent="0" algn="l" defTabSz="1219169" rtl="0" fontAlgn="auto" latinLnBrk="0" hangingPunct="0">
              <a:lnSpc>
                <a:spcPct val="90000"/>
              </a:lnSpc>
              <a:spcBef>
                <a:spcPts val="225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fld id="{302FE90D-A879-0D42-B0CA-7E5C0D197FB5}" type="slidenum">
              <a:rPr kumimoji="0" lang="en-US" sz="850" b="0" i="0" u="none" strike="noStrike" cap="none" spc="0" normalizeH="0" baseline="0" smtClean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Intel Clear" panose="020B0604020203020204" pitchFamily="34" charset="0"/>
                <a:ea typeface="Intel Clear" panose="020B0604020203020204" pitchFamily="34" charset="0"/>
                <a:cs typeface="Intel Clear" panose="020B0604020203020204" pitchFamily="34" charset="0"/>
                <a:sym typeface="Helvetica Neue"/>
              </a:rPr>
              <a:pPr marL="0" marR="0" indent="0" algn="l" defTabSz="1219169" rtl="0" fontAlgn="auto" latinLnBrk="0" hangingPunct="0">
                <a:lnSpc>
                  <a:spcPct val="90000"/>
                </a:lnSpc>
                <a:spcBef>
                  <a:spcPts val="225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t>‹#›</a:t>
            </a:fld>
            <a:endParaRPr kumimoji="0" lang="en-US" sz="850" b="0" i="0" u="none" strike="noStrike" cap="none" spc="0" normalizeH="0" baseline="0" dirty="0">
              <a:ln>
                <a:noFill/>
              </a:ln>
              <a:solidFill>
                <a:srgbClr val="FFFFFF"/>
              </a:solidFill>
              <a:effectLst/>
              <a:uFillTx/>
              <a:latin typeface="Intel Clear" panose="020B0604020203020204" pitchFamily="34" charset="0"/>
              <a:ea typeface="Intel Clear" panose="020B0604020203020204" pitchFamily="34" charset="0"/>
              <a:cs typeface="Intel Clear" panose="020B0604020203020204" pitchFamily="34" charset="0"/>
              <a:sym typeface="Helvetica Neue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52E60B70-5DF3-4398-B558-301661292DFC}"/>
              </a:ext>
            </a:extLst>
          </p:cNvPr>
          <p:cNvSpPr/>
          <p:nvPr/>
        </p:nvSpPr>
        <p:spPr>
          <a:xfrm>
            <a:off x="5503530" y="6562504"/>
            <a:ext cx="1184940" cy="2314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1000" dirty="0">
                <a:solidFill>
                  <a:schemeClr val="bg1"/>
                </a:solidFill>
              </a:rPr>
              <a:t>Intel Confidential</a:t>
            </a:r>
          </a:p>
        </p:txBody>
      </p:sp>
      <p:sp>
        <p:nvSpPr>
          <p:cNvPr id="10" name="Title Text">
            <a:extLst>
              <a:ext uri="{FF2B5EF4-FFF2-40B4-BE49-F238E27FC236}">
                <a16:creationId xmlns:a16="http://schemas.microsoft.com/office/drawing/2014/main" id="{93B25211-1805-4C17-8545-7E02A6786392}"/>
              </a:ext>
            </a:extLst>
          </p:cNvPr>
          <p:cNvSpPr txBox="1">
            <a:spLocks noGrp="1"/>
          </p:cNvSpPr>
          <p:nvPr>
            <p:ph type="title" hasCustomPrompt="1"/>
          </p:nvPr>
        </p:nvSpPr>
        <p:spPr>
          <a:xfrm>
            <a:off x="1444480" y="1917036"/>
            <a:ext cx="9303040" cy="302392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 anchor="ctr" anchorCtr="0">
            <a:noAutofit/>
          </a:bodyPr>
          <a:lstStyle>
            <a:lvl1pPr algn="ctr">
              <a:defRPr sz="48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48pt Intel Clear Light Body. For content that is not a section, but has a big idea in text only.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9EF4262-9D9D-4E4A-BF63-07C1A6008E42}"/>
              </a:ext>
            </a:extLst>
          </p:cNvPr>
          <p:cNvSpPr/>
          <p:nvPr/>
        </p:nvSpPr>
        <p:spPr>
          <a:xfrm>
            <a:off x="483010" y="6562504"/>
            <a:ext cx="1630575" cy="2314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l"/>
            <a:r>
              <a:rPr lang="en-US" sz="1000" dirty="0">
                <a:solidFill>
                  <a:schemeClr val="bg1"/>
                </a:solidFill>
              </a:rPr>
              <a:t>Ethernet Products Group</a:t>
            </a:r>
          </a:p>
        </p:txBody>
      </p:sp>
    </p:spTree>
    <p:extLst>
      <p:ext uri="{BB962C8B-B14F-4D97-AF65-F5344CB8AC3E}">
        <p14:creationId xmlns:p14="http://schemas.microsoft.com/office/powerpoint/2010/main" val="1668454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End Slid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phic 1">
            <a:extLst>
              <a:ext uri="{FF2B5EF4-FFF2-40B4-BE49-F238E27FC236}">
                <a16:creationId xmlns:a16="http://schemas.microsoft.com/office/drawing/2014/main" id="{BDA94F2D-B7BD-4CE9-A606-F00802F3131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099949" y="2409775"/>
            <a:ext cx="4080108" cy="1521396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3F655609-5439-9C4A-8F0D-9AB5A1AAC9A3}"/>
              </a:ext>
            </a:extLst>
          </p:cNvPr>
          <p:cNvSpPr txBox="1"/>
          <p:nvPr/>
        </p:nvSpPr>
        <p:spPr>
          <a:xfrm>
            <a:off x="11881866" y="6268286"/>
            <a:ext cx="207818" cy="463973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25400" tIns="25400" rIns="25400" bIns="25400" numCol="1" spcCol="38100" rtlCol="0" anchor="ctr">
            <a:spAutoFit/>
          </a:bodyPr>
          <a:lstStyle/>
          <a:p>
            <a:pPr marL="0" marR="0" indent="0" algn="l" defTabSz="1219169" rtl="0" fontAlgn="auto" latinLnBrk="0" hangingPunct="0">
              <a:lnSpc>
                <a:spcPct val="90000"/>
              </a:lnSpc>
              <a:spcBef>
                <a:spcPts val="225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fld id="{302FE90D-A879-0D42-B0CA-7E5C0D197FB5}" type="slidenum">
              <a:rPr kumimoji="0" lang="en-US" sz="850" b="0" i="0" u="none" strike="noStrike" cap="none" spc="0" normalizeH="0" baseline="0" smtClean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Intel Clear" panose="020B0604020203020204" pitchFamily="34" charset="0"/>
                <a:ea typeface="Intel Clear" panose="020B0604020203020204" pitchFamily="34" charset="0"/>
                <a:cs typeface="Intel Clear" panose="020B0604020203020204" pitchFamily="34" charset="0"/>
                <a:sym typeface="Helvetica Neue"/>
              </a:rPr>
              <a:pPr marL="0" marR="0" indent="0" algn="l" defTabSz="1219169" rtl="0" fontAlgn="auto" latinLnBrk="0" hangingPunct="0">
                <a:lnSpc>
                  <a:spcPct val="90000"/>
                </a:lnSpc>
                <a:spcBef>
                  <a:spcPts val="225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t>‹#›</a:t>
            </a:fld>
            <a:endParaRPr kumimoji="0" lang="en-US" sz="850" b="0" i="0" u="none" strike="noStrike" cap="none" spc="0" normalizeH="0" baseline="0" dirty="0">
              <a:ln>
                <a:noFill/>
              </a:ln>
              <a:solidFill>
                <a:srgbClr val="FFFFFF"/>
              </a:solidFill>
              <a:effectLst/>
              <a:uFillTx/>
              <a:latin typeface="Intel Clear" panose="020B0604020203020204" pitchFamily="34" charset="0"/>
              <a:ea typeface="Intel Clear" panose="020B0604020203020204" pitchFamily="34" charset="0"/>
              <a:cs typeface="Intel Clear" panose="020B0604020203020204" pitchFamily="34" charset="0"/>
              <a:sym typeface="Helvetica Neue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69112354-342E-49CE-8E3C-E078BBE1ADF7}"/>
              </a:ext>
            </a:extLst>
          </p:cNvPr>
          <p:cNvSpPr/>
          <p:nvPr/>
        </p:nvSpPr>
        <p:spPr>
          <a:xfrm>
            <a:off x="0" y="6407451"/>
            <a:ext cx="11736987" cy="450549"/>
          </a:xfrm>
          <a:prstGeom prst="rect">
            <a:avLst/>
          </a:prstGeom>
          <a:solidFill>
            <a:schemeClr val="tx2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CD21D8AD-9194-4DBA-8221-7F294421810B}"/>
              </a:ext>
            </a:extLst>
          </p:cNvPr>
          <p:cNvSpPr/>
          <p:nvPr/>
        </p:nvSpPr>
        <p:spPr>
          <a:xfrm rot="5400000">
            <a:off x="8758537" y="2978453"/>
            <a:ext cx="6407450" cy="450549"/>
          </a:xfrm>
          <a:prstGeom prst="rect">
            <a:avLst/>
          </a:prstGeom>
          <a:solidFill>
            <a:schemeClr val="tx2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</p:spTree>
    <p:extLst>
      <p:ext uri="{BB962C8B-B14F-4D97-AF65-F5344CB8AC3E}">
        <p14:creationId xmlns:p14="http://schemas.microsoft.com/office/powerpoint/2010/main" val="345310968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2_Title Slide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592916" y="2959509"/>
            <a:ext cx="10950515" cy="1470025"/>
          </a:xfrm>
        </p:spPr>
        <p:txBody>
          <a:bodyPr lIns="0" rIns="0" anchor="b" anchorCtr="0">
            <a:noAutofit/>
          </a:bodyPr>
          <a:lstStyle>
            <a:lvl1pPr>
              <a:lnSpc>
                <a:spcPct val="80000"/>
              </a:lnSpc>
              <a:defRPr sz="5333" b="0" spc="0" baseline="0">
                <a:solidFill>
                  <a:schemeClr val="bg1">
                    <a:alpha val="90000"/>
                  </a:schemeClr>
                </a:solidFill>
                <a:latin typeface="+mj-lt"/>
                <a:cs typeface="Arial" panose="020B0604020202020204" pitchFamily="34" charset="0"/>
              </a:defRPr>
            </a:lvl1pPr>
          </a:lstStyle>
          <a:p>
            <a:r>
              <a:rPr lang="en-US" dirty="0"/>
              <a:t>40pt Intel Clear Title</a:t>
            </a:r>
            <a:br>
              <a:rPr lang="en-US" dirty="0"/>
            </a:br>
            <a:r>
              <a:rPr lang="en-US" dirty="0"/>
              <a:t>with Linear gradient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607484" y="4657344"/>
            <a:ext cx="8440283" cy="1233813"/>
          </a:xfrm>
        </p:spPr>
        <p:txBody>
          <a:bodyPr lIns="0" rIns="0">
            <a:noAutofit/>
          </a:bodyPr>
          <a:lstStyle>
            <a:lvl1pPr marL="0" indent="0" algn="l">
              <a:buNone/>
              <a:defRPr sz="2133" b="0" i="0" baseline="0">
                <a:solidFill>
                  <a:schemeClr val="accent4"/>
                </a:solidFill>
                <a:latin typeface="+mn-lt"/>
                <a:cs typeface="Arial" panose="020B0604020202020204" pitchFamily="34" charset="0"/>
              </a:defRPr>
            </a:lvl1pPr>
            <a:lvl2pPr marL="60958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917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75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833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792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75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709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667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16pt Intel Clear Subhead, Date, Etc.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163136" y="6432516"/>
            <a:ext cx="2844800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1067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DFF23AAB-FD73-4985-9D70-E10C91F097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2502569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Bullet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F23AAB-FD73-4985-9D70-E10C91F0973A}" type="slidenum">
              <a:rPr lang="en-US" smtClean="0"/>
              <a:t>‹#›</a:t>
            </a:fld>
            <a:endParaRPr lang="en-US"/>
          </a:p>
        </p:txBody>
      </p:sp>
      <p:sp>
        <p:nvSpPr>
          <p:cNvPr id="7" name="Title 6"/>
          <p:cNvSpPr>
            <a:spLocks noGrp="1"/>
          </p:cNvSpPr>
          <p:nvPr>
            <p:ph type="title" hasCustomPrompt="1"/>
          </p:nvPr>
        </p:nvSpPr>
        <p:spPr>
          <a:xfrm>
            <a:off x="607484" y="411798"/>
            <a:ext cx="10972800" cy="594493"/>
          </a:xfrm>
        </p:spPr>
        <p:txBody>
          <a:bodyPr/>
          <a:lstStyle>
            <a:lvl1pPr>
              <a:defRPr b="0" i="0" baseline="0">
                <a:solidFill>
                  <a:schemeClr val="tx2"/>
                </a:solidFill>
                <a:latin typeface="+mj-lt"/>
                <a:cs typeface="Arial" panose="020B0604020202020204" pitchFamily="34" charset="0"/>
              </a:defRPr>
            </a:lvl1pPr>
          </a:lstStyle>
          <a:p>
            <a:r>
              <a:rPr lang="en-US" dirty="0"/>
              <a:t>28pt Intel Clear Headline</a:t>
            </a:r>
          </a:p>
        </p:txBody>
      </p:sp>
      <p:sp>
        <p:nvSpPr>
          <p:cNvPr id="9" name="Content Placeholder 8"/>
          <p:cNvSpPr>
            <a:spLocks noGrp="1"/>
          </p:cNvSpPr>
          <p:nvPr>
            <p:ph sz="quarter" idx="13" hasCustomPrompt="1"/>
          </p:nvPr>
        </p:nvSpPr>
        <p:spPr>
          <a:xfrm>
            <a:off x="607484" y="1107440"/>
            <a:ext cx="10970683" cy="5201920"/>
          </a:xfrm>
        </p:spPr>
        <p:txBody>
          <a:bodyPr/>
          <a:lstStyle>
            <a:lvl1pPr>
              <a:defRPr>
                <a:solidFill>
                  <a:srgbClr val="0071C5"/>
                </a:solidFill>
              </a:defRPr>
            </a:lvl1pPr>
            <a:lvl2pPr marL="232828" indent="-232828">
              <a:defRPr sz="2133">
                <a:solidFill>
                  <a:schemeClr val="tx2"/>
                </a:solidFill>
              </a:defRPr>
            </a:lvl2pPr>
            <a:lvl3pPr marL="690016" indent="-232828">
              <a:defRPr sz="2133">
                <a:solidFill>
                  <a:schemeClr val="tx2"/>
                </a:solidFill>
              </a:defRPr>
            </a:lvl3pPr>
            <a:lvl4pPr marL="1219170" indent="-230712">
              <a:defRPr sz="1867">
                <a:solidFill>
                  <a:schemeClr val="tx2"/>
                </a:solidFill>
              </a:defRPr>
            </a:lvl4pPr>
            <a:lvl5pPr marL="1676358" indent="-222245">
              <a:defRPr sz="1600">
                <a:solidFill>
                  <a:schemeClr val="tx2"/>
                </a:solidFill>
              </a:defRPr>
            </a:lvl5pPr>
          </a:lstStyle>
          <a:p>
            <a:pPr lvl="0"/>
            <a:r>
              <a:rPr lang="en-US" dirty="0"/>
              <a:t>20pt Intel Clear body text</a:t>
            </a:r>
          </a:p>
          <a:p>
            <a:pPr lvl="1"/>
            <a:r>
              <a:rPr lang="en-US" dirty="0"/>
              <a:t>16pt Intel Clear bullet one</a:t>
            </a:r>
          </a:p>
          <a:p>
            <a:pPr lvl="2"/>
            <a:r>
              <a:rPr lang="en-US" dirty="0"/>
              <a:t>16pt Intel Clear sub-bullet</a:t>
            </a:r>
          </a:p>
          <a:p>
            <a:pPr lvl="3"/>
            <a:r>
              <a:rPr lang="en-US" dirty="0"/>
              <a:t>14pt Intel Clear fourth level</a:t>
            </a:r>
          </a:p>
          <a:p>
            <a:pPr lvl="4"/>
            <a:r>
              <a:rPr lang="en-US" dirty="0"/>
              <a:t>12pt Intel Clear fifth level</a:t>
            </a:r>
          </a:p>
        </p:txBody>
      </p:sp>
    </p:spTree>
    <p:extLst>
      <p:ext uri="{BB962C8B-B14F-4D97-AF65-F5344CB8AC3E}">
        <p14:creationId xmlns:p14="http://schemas.microsoft.com/office/powerpoint/2010/main" val="159590757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F23AAB-FD73-4985-9D70-E10C91F0973A}" type="slidenum">
              <a:rPr lang="en-US" smtClean="0"/>
              <a:t>‹#›</a:t>
            </a:fld>
            <a:endParaRPr lang="en-US"/>
          </a:p>
        </p:txBody>
      </p:sp>
      <p:sp>
        <p:nvSpPr>
          <p:cNvPr id="8" name="Title 6"/>
          <p:cNvSpPr>
            <a:spLocks noGrp="1"/>
          </p:cNvSpPr>
          <p:nvPr>
            <p:ph type="title" hasCustomPrompt="1"/>
          </p:nvPr>
        </p:nvSpPr>
        <p:spPr>
          <a:xfrm>
            <a:off x="607484" y="411798"/>
            <a:ext cx="10972800" cy="814809"/>
          </a:xfrm>
        </p:spPr>
        <p:txBody>
          <a:bodyPr/>
          <a:lstStyle>
            <a:lvl1pPr>
              <a:defRPr b="0" i="0" baseline="0">
                <a:solidFill>
                  <a:schemeClr val="tx2"/>
                </a:solidFill>
                <a:latin typeface="+mj-lt"/>
                <a:cs typeface="Arial" panose="020B0604020202020204" pitchFamily="34" charset="0"/>
              </a:defRPr>
            </a:lvl1pPr>
          </a:lstStyle>
          <a:p>
            <a:r>
              <a:rPr lang="en-US" dirty="0"/>
              <a:t>28pt Intel Clear Headline</a:t>
            </a:r>
          </a:p>
        </p:txBody>
      </p:sp>
      <p:sp>
        <p:nvSpPr>
          <p:cNvPr id="6" name="Content Placeholder 8"/>
          <p:cNvSpPr>
            <a:spLocks noGrp="1"/>
          </p:cNvSpPr>
          <p:nvPr>
            <p:ph sz="quarter" idx="14" hasCustomPrompt="1"/>
          </p:nvPr>
        </p:nvSpPr>
        <p:spPr>
          <a:xfrm>
            <a:off x="607484" y="1266606"/>
            <a:ext cx="5364480" cy="4905596"/>
          </a:xfrm>
        </p:spPr>
        <p:txBody>
          <a:bodyPr/>
          <a:lstStyle>
            <a:lvl1pPr>
              <a:defRPr>
                <a:solidFill>
                  <a:srgbClr val="0071C5"/>
                </a:solidFill>
              </a:defRPr>
            </a:lvl1pPr>
            <a:lvl2pPr marL="232828" indent="-232828">
              <a:defRPr sz="2133">
                <a:solidFill>
                  <a:schemeClr val="tx2"/>
                </a:solidFill>
              </a:defRPr>
            </a:lvl2pPr>
            <a:lvl3pPr marL="690016" indent="-232828">
              <a:defRPr sz="2133">
                <a:solidFill>
                  <a:schemeClr val="tx2"/>
                </a:solidFill>
              </a:defRPr>
            </a:lvl3pPr>
            <a:lvl4pPr marL="1219170" indent="-230712">
              <a:defRPr sz="1867">
                <a:solidFill>
                  <a:schemeClr val="tx2"/>
                </a:solidFill>
              </a:defRPr>
            </a:lvl4pPr>
            <a:lvl5pPr marL="1676358" indent="-222245">
              <a:defRPr sz="1600">
                <a:solidFill>
                  <a:schemeClr val="tx2"/>
                </a:solidFill>
              </a:defRPr>
            </a:lvl5pPr>
          </a:lstStyle>
          <a:p>
            <a:pPr lvl="0"/>
            <a:r>
              <a:rPr lang="en-US" dirty="0"/>
              <a:t>20pt Intel Clear body text</a:t>
            </a:r>
          </a:p>
          <a:p>
            <a:pPr lvl="1"/>
            <a:r>
              <a:rPr lang="en-US" dirty="0"/>
              <a:t>16pt Intel Clear bullet one</a:t>
            </a:r>
          </a:p>
          <a:p>
            <a:pPr lvl="2"/>
            <a:r>
              <a:rPr lang="en-US" dirty="0"/>
              <a:t>16pt Intel Clear sub-bullet</a:t>
            </a:r>
          </a:p>
          <a:p>
            <a:pPr lvl="3"/>
            <a:r>
              <a:rPr lang="en-US" dirty="0"/>
              <a:t>14pt Intel Clear fourth level</a:t>
            </a:r>
          </a:p>
          <a:p>
            <a:pPr lvl="4"/>
            <a:r>
              <a:rPr lang="en-US" dirty="0"/>
              <a:t>12pt Intel Clear fifth level</a:t>
            </a:r>
          </a:p>
        </p:txBody>
      </p:sp>
      <p:sp>
        <p:nvSpPr>
          <p:cNvPr id="9" name="Content Placeholder 8"/>
          <p:cNvSpPr>
            <a:spLocks noGrp="1"/>
          </p:cNvSpPr>
          <p:nvPr>
            <p:ph sz="quarter" idx="13" hasCustomPrompt="1"/>
          </p:nvPr>
        </p:nvSpPr>
        <p:spPr>
          <a:xfrm>
            <a:off x="6217917" y="1266606"/>
            <a:ext cx="5364480" cy="4905596"/>
          </a:xfrm>
        </p:spPr>
        <p:txBody>
          <a:bodyPr/>
          <a:lstStyle>
            <a:lvl1pPr>
              <a:defRPr>
                <a:solidFill>
                  <a:srgbClr val="0071C5"/>
                </a:solidFill>
              </a:defRPr>
            </a:lvl1pPr>
            <a:lvl2pPr marL="232828" indent="-232828">
              <a:defRPr sz="2133">
                <a:solidFill>
                  <a:schemeClr val="tx2"/>
                </a:solidFill>
              </a:defRPr>
            </a:lvl2pPr>
            <a:lvl3pPr marL="690016" indent="-232828">
              <a:defRPr sz="2133">
                <a:solidFill>
                  <a:schemeClr val="tx2"/>
                </a:solidFill>
              </a:defRPr>
            </a:lvl3pPr>
            <a:lvl4pPr marL="1219170" indent="-230712">
              <a:defRPr sz="1867">
                <a:solidFill>
                  <a:schemeClr val="tx2"/>
                </a:solidFill>
              </a:defRPr>
            </a:lvl4pPr>
            <a:lvl5pPr marL="1676358" indent="-222245">
              <a:defRPr sz="1600">
                <a:solidFill>
                  <a:schemeClr val="tx2"/>
                </a:solidFill>
              </a:defRPr>
            </a:lvl5pPr>
          </a:lstStyle>
          <a:p>
            <a:pPr lvl="0"/>
            <a:r>
              <a:rPr lang="en-US" dirty="0"/>
              <a:t>20pt Intel Clear body text</a:t>
            </a:r>
          </a:p>
          <a:p>
            <a:pPr lvl="1"/>
            <a:r>
              <a:rPr lang="en-US" dirty="0"/>
              <a:t>16pt Intel Clear bullet one</a:t>
            </a:r>
          </a:p>
          <a:p>
            <a:pPr lvl="2"/>
            <a:r>
              <a:rPr lang="en-US" dirty="0"/>
              <a:t>16pt Intel Clear sub-bullet</a:t>
            </a:r>
          </a:p>
          <a:p>
            <a:pPr lvl="3"/>
            <a:r>
              <a:rPr lang="en-US" dirty="0"/>
              <a:t>14pt Intel Clear fourth level</a:t>
            </a:r>
          </a:p>
          <a:p>
            <a:pPr lvl="4"/>
            <a:r>
              <a:rPr lang="en-US" dirty="0"/>
              <a:t>12pt Intel Clear fifth level</a:t>
            </a:r>
          </a:p>
        </p:txBody>
      </p:sp>
    </p:spTree>
    <p:extLst>
      <p:ext uri="{BB962C8B-B14F-4D97-AF65-F5344CB8AC3E}">
        <p14:creationId xmlns:p14="http://schemas.microsoft.com/office/powerpoint/2010/main" val="2061990336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ack Cover Intel">
    <p:bg>
      <p:bgPr>
        <a:gradFill flip="none" rotWithShape="1">
          <a:gsLst>
            <a:gs pos="32000">
              <a:schemeClr val="tx2"/>
            </a:gs>
            <a:gs pos="95000">
              <a:srgbClr val="009FDF"/>
            </a:gs>
            <a:gs pos="78000">
              <a:srgbClr val="0071C5"/>
            </a:gs>
          </a:gsLst>
          <a:lin ang="19860000" scaled="0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 descr="\\.psf\Home\Desktop\Intel.pn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36577" y="2500173"/>
            <a:ext cx="2811727" cy="1853184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73690777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4768FF6-8FD0-4E13-A01B-AB7AF941CB4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1000" y="1487056"/>
            <a:ext cx="11430000" cy="468990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6E7DA19E-D54B-43D6-9CE4-A21B244BC0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33454488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4" orient="horz" pos="2160">
          <p15:clr>
            <a:srgbClr val="FBAE40"/>
          </p15:clr>
        </p15:guide>
        <p15:guide id="5" pos="240">
          <p15:clr>
            <a:srgbClr val="FBAE40"/>
          </p15:clr>
        </p15:guide>
        <p15:guide id="6" pos="7152">
          <p15:clr>
            <a:srgbClr val="FBAE40"/>
          </p15:clr>
        </p15:guide>
      </p15:sldGuideLst>
    </p:ext>
  </p:extLst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Pr>
        <a:gradFill flip="none" rotWithShape="1">
          <a:gsLst>
            <a:gs pos="32000">
              <a:schemeClr val="tx2"/>
            </a:gs>
            <a:gs pos="95000">
              <a:srgbClr val="009FDF"/>
            </a:gs>
            <a:gs pos="78000">
              <a:srgbClr val="0071C5"/>
            </a:gs>
          </a:gsLst>
          <a:lin ang="19860000" scaled="0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592916" y="3305898"/>
            <a:ext cx="10950515" cy="1470025"/>
          </a:xfrm>
        </p:spPr>
        <p:txBody>
          <a:bodyPr wrap="square" lIns="0" rIns="0" anchor="b" anchorCtr="0">
            <a:noAutofit/>
          </a:bodyPr>
          <a:lstStyle>
            <a:lvl1pPr>
              <a:lnSpc>
                <a:spcPct val="80000"/>
              </a:lnSpc>
              <a:defRPr sz="6500" b="0" spc="0" baseline="0">
                <a:solidFill>
                  <a:schemeClr val="bg1">
                    <a:alpha val="90000"/>
                  </a:schemeClr>
                </a:solidFill>
                <a:latin typeface="Intel Clear Pro" panose="020B0804020202060201" pitchFamily="34" charset="0"/>
                <a:cs typeface="Intel Clear Pro" panose="020B0804020202060201" pitchFamily="34" charset="0"/>
              </a:defRPr>
            </a:lvl1pPr>
          </a:lstStyle>
          <a:p>
            <a:r>
              <a:rPr lang="en-US" dirty="0"/>
              <a:t>65pt Intel Clear pro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592916" y="4775923"/>
            <a:ext cx="8440283" cy="1233813"/>
          </a:xfrm>
        </p:spPr>
        <p:txBody>
          <a:bodyPr lIns="0" rIns="0">
            <a:normAutofit/>
          </a:bodyPr>
          <a:lstStyle>
            <a:lvl1pPr marL="0" indent="0" algn="l">
              <a:spcBef>
                <a:spcPts val="0"/>
              </a:spcBef>
              <a:buNone/>
              <a:defRPr sz="1600" b="0" i="0" baseline="0">
                <a:solidFill>
                  <a:schemeClr val="accent3"/>
                </a:solidFill>
                <a:latin typeface="Intel Clear"/>
                <a:cs typeface="Intel Clear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16pt Intel Clear Subhead, Date, Etc.</a:t>
            </a:r>
          </a:p>
        </p:txBody>
      </p:sp>
      <p:pic>
        <p:nvPicPr>
          <p:cNvPr id="6" name="Picture 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602397" y="510893"/>
            <a:ext cx="1664066" cy="1106467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63333141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163136" y="6419405"/>
            <a:ext cx="2844800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800">
                <a:solidFill>
                  <a:schemeClr val="bg1"/>
                </a:solidFill>
                <a:latin typeface="+mn-lt"/>
                <a:cs typeface="Intel Clear"/>
              </a:defRPr>
            </a:lvl1pPr>
          </a:lstStyle>
          <a:p>
            <a:fld id="{2C4CE499-C28D-48B7-BC4E-496C93C03240}" type="slidenum">
              <a:rPr lang="en-US" smtClean="0"/>
              <a:t>‹#›</a:t>
            </a:fld>
            <a:endParaRPr lang="en-US"/>
          </a:p>
        </p:txBody>
      </p:sp>
      <p:sp>
        <p:nvSpPr>
          <p:cNvPr id="6" name="Footer Placeholder 7"/>
          <p:cNvSpPr>
            <a:spLocks noGrp="1"/>
          </p:cNvSpPr>
          <p:nvPr>
            <p:ph type="ftr" sz="quarter" idx="3"/>
          </p:nvPr>
        </p:nvSpPr>
        <p:spPr>
          <a:xfrm>
            <a:off x="4038600" y="6418878"/>
            <a:ext cx="4114800" cy="36618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800"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2"/>
          </p:nvPr>
        </p:nvSpPr>
        <p:spPr>
          <a:xfrm>
            <a:off x="2279381" y="6418878"/>
            <a:ext cx="1277264" cy="36618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800">
                <a:solidFill>
                  <a:schemeClr val="bg1"/>
                </a:solidFill>
              </a:defRPr>
            </a:lvl1pPr>
          </a:lstStyle>
          <a:p>
            <a:fld id="{71592C5D-46F3-4DB6-908F-5F348B91F595}" type="datetimeFigureOut">
              <a:rPr lang="en-US" smtClean="0"/>
              <a:t>11/13/2025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87274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163136" y="6419405"/>
            <a:ext cx="2844800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800">
                <a:solidFill>
                  <a:schemeClr val="bg1"/>
                </a:solidFill>
                <a:latin typeface="+mn-lt"/>
                <a:cs typeface="Intel Clear"/>
              </a:defRPr>
            </a:lvl1pPr>
          </a:lstStyle>
          <a:p>
            <a:fld id="{2C4CE499-C28D-48B7-BC4E-496C93C03240}" type="slidenum">
              <a:rPr lang="en-US" smtClean="0"/>
              <a:t>‹#›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3"/>
          </p:nvPr>
        </p:nvSpPr>
        <p:spPr>
          <a:xfrm>
            <a:off x="4038600" y="6418878"/>
            <a:ext cx="4114800" cy="36618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800"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  <p:sp>
        <p:nvSpPr>
          <p:cNvPr id="9" name="Date Placeholder 6"/>
          <p:cNvSpPr>
            <a:spLocks noGrp="1"/>
          </p:cNvSpPr>
          <p:nvPr>
            <p:ph type="dt" sz="half" idx="2"/>
          </p:nvPr>
        </p:nvSpPr>
        <p:spPr>
          <a:xfrm>
            <a:off x="2279381" y="6418878"/>
            <a:ext cx="1277264" cy="36618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800">
                <a:solidFill>
                  <a:schemeClr val="bg1"/>
                </a:solidFill>
              </a:defRPr>
            </a:lvl1pPr>
          </a:lstStyle>
          <a:p>
            <a:fld id="{71592C5D-46F3-4DB6-908F-5F348B91F595}" type="datetimeFigureOut">
              <a:rPr lang="en-US" smtClean="0"/>
              <a:t>11/13/2025</a:t>
            </a:fld>
            <a:endParaRPr lang="en-US"/>
          </a:p>
        </p:txBody>
      </p:sp>
      <p:sp>
        <p:nvSpPr>
          <p:cNvPr id="10" name="Title Placeholder 1"/>
          <p:cNvSpPr>
            <a:spLocks noGrp="1"/>
          </p:cNvSpPr>
          <p:nvPr>
            <p:ph type="title"/>
          </p:nvPr>
        </p:nvSpPr>
        <p:spPr>
          <a:xfrm>
            <a:off x="323928" y="362356"/>
            <a:ext cx="11539912" cy="566965"/>
          </a:xfrm>
          <a:prstGeom prst="rect">
            <a:avLst/>
          </a:prstGeom>
        </p:spPr>
        <p:txBody>
          <a:bodyPr vert="horz" wrap="none" lIns="0" tIns="0" rIns="0" bIns="0" rtlCol="0" anchor="t" anchorCtr="0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6309094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Placeholder 1"/>
          <p:cNvSpPr>
            <a:spLocks noGrp="1"/>
          </p:cNvSpPr>
          <p:nvPr>
            <p:ph type="title"/>
          </p:nvPr>
        </p:nvSpPr>
        <p:spPr>
          <a:xfrm>
            <a:off x="323928" y="362356"/>
            <a:ext cx="11539912" cy="566965"/>
          </a:xfrm>
          <a:prstGeom prst="rect">
            <a:avLst/>
          </a:prstGeom>
        </p:spPr>
        <p:txBody>
          <a:bodyPr vert="horz" wrap="none" lIns="0" tIns="0" rIns="0" bIns="0" rtlCol="0" anchor="t" anchorCtr="0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8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163136" y="6419405"/>
            <a:ext cx="2844800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800">
                <a:solidFill>
                  <a:schemeClr val="bg1"/>
                </a:solidFill>
                <a:latin typeface="+mn-lt"/>
                <a:cs typeface="Intel Clear"/>
              </a:defRPr>
            </a:lvl1pPr>
          </a:lstStyle>
          <a:p>
            <a:fld id="{2C4CE499-C28D-48B7-BC4E-496C93C03240}" type="slidenum">
              <a:rPr lang="en-US" smtClean="0"/>
              <a:t>‹#›</a:t>
            </a:fld>
            <a:endParaRPr lang="en-US"/>
          </a:p>
        </p:txBody>
      </p:sp>
      <p:sp>
        <p:nvSpPr>
          <p:cNvPr id="19" name="Footer Placeholder 7"/>
          <p:cNvSpPr>
            <a:spLocks noGrp="1"/>
          </p:cNvSpPr>
          <p:nvPr>
            <p:ph type="ftr" sz="quarter" idx="3"/>
          </p:nvPr>
        </p:nvSpPr>
        <p:spPr>
          <a:xfrm>
            <a:off x="4038600" y="6418878"/>
            <a:ext cx="4114800" cy="36618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800"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  <p:sp>
        <p:nvSpPr>
          <p:cNvPr id="20" name="Date Placeholder 6"/>
          <p:cNvSpPr>
            <a:spLocks noGrp="1"/>
          </p:cNvSpPr>
          <p:nvPr>
            <p:ph type="dt" sz="half" idx="2"/>
          </p:nvPr>
        </p:nvSpPr>
        <p:spPr>
          <a:xfrm>
            <a:off x="2279381" y="6418878"/>
            <a:ext cx="1277264" cy="36618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800">
                <a:solidFill>
                  <a:schemeClr val="bg1"/>
                </a:solidFill>
              </a:defRPr>
            </a:lvl1pPr>
          </a:lstStyle>
          <a:p>
            <a:fld id="{71592C5D-46F3-4DB6-908F-5F348B91F595}" type="datetimeFigureOut">
              <a:rPr lang="en-US" smtClean="0"/>
              <a:t>11/13/2025</a:t>
            </a:fld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0"/>
          </p:nvPr>
        </p:nvSpPr>
        <p:spPr>
          <a:xfrm>
            <a:off x="323928" y="1002263"/>
            <a:ext cx="11539912" cy="517840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0381513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Placeholder 1"/>
          <p:cNvSpPr>
            <a:spLocks noGrp="1"/>
          </p:cNvSpPr>
          <p:nvPr>
            <p:ph type="title"/>
          </p:nvPr>
        </p:nvSpPr>
        <p:spPr>
          <a:xfrm>
            <a:off x="323928" y="362356"/>
            <a:ext cx="11539912" cy="566965"/>
          </a:xfrm>
          <a:prstGeom prst="rect">
            <a:avLst/>
          </a:prstGeom>
        </p:spPr>
        <p:txBody>
          <a:bodyPr vert="horz" wrap="none" lIns="0" tIns="0" rIns="0" bIns="0" rtlCol="0" anchor="t" anchorCtr="0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163136" y="6419405"/>
            <a:ext cx="2844800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800">
                <a:solidFill>
                  <a:schemeClr val="bg1"/>
                </a:solidFill>
                <a:latin typeface="+mn-lt"/>
                <a:cs typeface="Intel Clear"/>
              </a:defRPr>
            </a:lvl1pPr>
          </a:lstStyle>
          <a:p>
            <a:fld id="{2C4CE499-C28D-48B7-BC4E-496C93C03240}" type="slidenum">
              <a:rPr lang="en-US" smtClean="0"/>
              <a:t>‹#›</a:t>
            </a:fld>
            <a:endParaRPr lang="en-US"/>
          </a:p>
        </p:txBody>
      </p:sp>
      <p:sp>
        <p:nvSpPr>
          <p:cNvPr id="20" name="Footer Placeholder 7"/>
          <p:cNvSpPr>
            <a:spLocks noGrp="1"/>
          </p:cNvSpPr>
          <p:nvPr>
            <p:ph type="ftr" sz="quarter" idx="3"/>
          </p:nvPr>
        </p:nvSpPr>
        <p:spPr>
          <a:xfrm>
            <a:off x="4038600" y="6418878"/>
            <a:ext cx="4114800" cy="36618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800"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  <p:sp>
        <p:nvSpPr>
          <p:cNvPr id="21" name="Date Placeholder 6"/>
          <p:cNvSpPr>
            <a:spLocks noGrp="1"/>
          </p:cNvSpPr>
          <p:nvPr>
            <p:ph type="dt" sz="half" idx="2"/>
          </p:nvPr>
        </p:nvSpPr>
        <p:spPr>
          <a:xfrm>
            <a:off x="2279381" y="6418878"/>
            <a:ext cx="1277264" cy="36618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800">
                <a:solidFill>
                  <a:schemeClr val="bg1"/>
                </a:solidFill>
              </a:defRPr>
            </a:lvl1pPr>
          </a:lstStyle>
          <a:p>
            <a:fld id="{71592C5D-46F3-4DB6-908F-5F348B91F595}" type="datetimeFigureOut">
              <a:rPr lang="en-US" smtClean="0"/>
              <a:t>11/13/2025</a:t>
            </a:fld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4"/>
          </p:nvPr>
        </p:nvSpPr>
        <p:spPr>
          <a:xfrm>
            <a:off x="323851" y="1003301"/>
            <a:ext cx="5669898" cy="51689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Content Placeholder 4"/>
          <p:cNvSpPr>
            <a:spLocks noGrp="1"/>
          </p:cNvSpPr>
          <p:nvPr>
            <p:ph sz="quarter" idx="15"/>
          </p:nvPr>
        </p:nvSpPr>
        <p:spPr>
          <a:xfrm>
            <a:off x="6194526" y="1003299"/>
            <a:ext cx="5669316" cy="51689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542256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hree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Placeholder 1"/>
          <p:cNvSpPr>
            <a:spLocks noGrp="1"/>
          </p:cNvSpPr>
          <p:nvPr>
            <p:ph type="title"/>
          </p:nvPr>
        </p:nvSpPr>
        <p:spPr>
          <a:xfrm>
            <a:off x="323928" y="362356"/>
            <a:ext cx="11539912" cy="566965"/>
          </a:xfrm>
          <a:prstGeom prst="rect">
            <a:avLst/>
          </a:prstGeom>
        </p:spPr>
        <p:txBody>
          <a:bodyPr vert="horz" wrap="none" lIns="0" tIns="0" rIns="0" bIns="0" rtlCol="0" anchor="t" anchorCtr="0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3" name="Text Placeholder 2"/>
          <p:cNvSpPr>
            <a:spLocks noGrp="1"/>
          </p:cNvSpPr>
          <p:nvPr>
            <p:ph idx="1"/>
          </p:nvPr>
        </p:nvSpPr>
        <p:spPr>
          <a:xfrm>
            <a:off x="325041" y="1002262"/>
            <a:ext cx="5707348" cy="5169939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4" name="Text Placeholder 2"/>
          <p:cNvSpPr>
            <a:spLocks noGrp="1"/>
          </p:cNvSpPr>
          <p:nvPr>
            <p:ph idx="15"/>
          </p:nvPr>
        </p:nvSpPr>
        <p:spPr>
          <a:xfrm>
            <a:off x="6156493" y="1002263"/>
            <a:ext cx="5707348" cy="2400896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>
            <a:lvl1pPr>
              <a:defRPr lang="en-US" b="0" dirty="0" smtClean="0">
                <a:solidFill>
                  <a:srgbClr val="0071C5"/>
                </a:solidFill>
                <a:cs typeface="Intel Clear" panose="020B0604020203020204" pitchFamily="34" charset="0"/>
              </a:defRPr>
            </a:lvl1pPr>
            <a:lvl3pPr>
              <a:defRPr lang="en-US" sz="1600" dirty="0" smtClean="0">
                <a:solidFill>
                  <a:schemeClr val="tx2"/>
                </a:solidFill>
                <a:cs typeface="Intel Clear" panose="020B0604020203020204" pitchFamily="34" charset="0"/>
              </a:defRPr>
            </a:lvl3pPr>
            <a:lvl4pPr>
              <a:defRPr lang="en-US" sz="1400" dirty="0" smtClean="0">
                <a:solidFill>
                  <a:schemeClr val="tx2"/>
                </a:solidFill>
                <a:cs typeface="Intel Clear" panose="020B0604020203020204" pitchFamily="34" charset="0"/>
              </a:defRPr>
            </a:lvl4pPr>
            <a:lvl5pPr>
              <a:defRPr lang="en-US" sz="1400" dirty="0" smtClean="0">
                <a:solidFill>
                  <a:schemeClr val="tx2"/>
                </a:solidFill>
                <a:cs typeface="Intel Clear" panose="020B0604020203020204" pitchFamily="34" charset="0"/>
              </a:defRPr>
            </a:lvl5pPr>
            <a:lvl6pPr>
              <a:defRPr lang="en-US" sz="1200" dirty="0" smtClean="0"/>
            </a:lvl6pPr>
          </a:lstStyle>
          <a:p>
            <a:pPr marL="174625" lvl="0" indent="-174625">
              <a:spcBef>
                <a:spcPts val="60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/>
              <a:t>Click to edit Master text styles</a:t>
            </a:r>
          </a:p>
          <a:p>
            <a:pPr marL="174625" lvl="1" indent="-174625">
              <a:spcBef>
                <a:spcPts val="60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/>
              <a:t>Second level</a:t>
            </a:r>
          </a:p>
          <a:p>
            <a:pPr marL="174625" lvl="2" indent="-174625">
              <a:spcBef>
                <a:spcPts val="60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/>
              <a:t>Third level</a:t>
            </a:r>
          </a:p>
          <a:p>
            <a:pPr marL="174625" lvl="3" indent="-174625">
              <a:spcBef>
                <a:spcPts val="60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/>
              <a:t>Fourth level</a:t>
            </a:r>
          </a:p>
          <a:p>
            <a:pPr marL="174625" lvl="4" indent="-174625">
              <a:spcBef>
                <a:spcPts val="60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/>
              <a:t>Fifth level</a:t>
            </a:r>
            <a:endParaRPr lang="en-US" dirty="0"/>
          </a:p>
        </p:txBody>
      </p:sp>
      <p:sp>
        <p:nvSpPr>
          <p:cNvPr id="16" name="Text Placeholder 2"/>
          <p:cNvSpPr>
            <a:spLocks noGrp="1"/>
          </p:cNvSpPr>
          <p:nvPr>
            <p:ph idx="16"/>
          </p:nvPr>
        </p:nvSpPr>
        <p:spPr>
          <a:xfrm>
            <a:off x="6156493" y="3476102"/>
            <a:ext cx="5707348" cy="2696100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>
            <a:lvl1pPr>
              <a:defRPr lang="en-US" b="0" dirty="0" smtClean="0">
                <a:solidFill>
                  <a:srgbClr val="0071C5"/>
                </a:solidFill>
                <a:cs typeface="Intel Clear" panose="020B0604020203020204" pitchFamily="34" charset="0"/>
              </a:defRPr>
            </a:lvl1pPr>
            <a:lvl3pPr>
              <a:defRPr lang="en-US" sz="1600" dirty="0" smtClean="0">
                <a:solidFill>
                  <a:schemeClr val="tx2"/>
                </a:solidFill>
                <a:cs typeface="Intel Clear" panose="020B0604020203020204" pitchFamily="34" charset="0"/>
              </a:defRPr>
            </a:lvl3pPr>
            <a:lvl4pPr>
              <a:defRPr lang="en-US" sz="1400" dirty="0" smtClean="0">
                <a:solidFill>
                  <a:schemeClr val="tx2"/>
                </a:solidFill>
                <a:cs typeface="Intel Clear" panose="020B0604020203020204" pitchFamily="34" charset="0"/>
              </a:defRPr>
            </a:lvl4pPr>
            <a:lvl5pPr>
              <a:defRPr lang="en-US" sz="1400" dirty="0" smtClean="0">
                <a:solidFill>
                  <a:schemeClr val="tx2"/>
                </a:solidFill>
                <a:cs typeface="Intel Clear" panose="020B0604020203020204" pitchFamily="34" charset="0"/>
              </a:defRPr>
            </a:lvl5pPr>
            <a:lvl6pPr>
              <a:defRPr lang="en-US" sz="1200" dirty="0" smtClean="0"/>
            </a:lvl6pPr>
          </a:lstStyle>
          <a:p>
            <a:pPr marL="174625" lvl="0" indent="-174625">
              <a:spcBef>
                <a:spcPts val="60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/>
              <a:t>Click to edit Master text styles</a:t>
            </a:r>
          </a:p>
          <a:p>
            <a:pPr marL="174625" lvl="1" indent="-174625">
              <a:spcBef>
                <a:spcPts val="60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/>
              <a:t>Second level</a:t>
            </a:r>
          </a:p>
          <a:p>
            <a:pPr marL="174625" lvl="2" indent="-174625">
              <a:spcBef>
                <a:spcPts val="60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/>
              <a:t>Third level</a:t>
            </a:r>
          </a:p>
          <a:p>
            <a:pPr marL="174625" lvl="3" indent="-174625">
              <a:spcBef>
                <a:spcPts val="60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/>
              <a:t>Fourth level</a:t>
            </a:r>
          </a:p>
          <a:p>
            <a:pPr marL="174625" lvl="4" indent="-174625">
              <a:spcBef>
                <a:spcPts val="60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/>
              <a:t>Fifth level</a:t>
            </a:r>
            <a:endParaRPr lang="en-US" dirty="0"/>
          </a:p>
        </p:txBody>
      </p:sp>
      <p:sp>
        <p:nvSpPr>
          <p:cNvPr id="22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163136" y="6419405"/>
            <a:ext cx="2844800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800">
                <a:solidFill>
                  <a:schemeClr val="bg1"/>
                </a:solidFill>
                <a:latin typeface="+mn-lt"/>
                <a:cs typeface="Intel Clear"/>
              </a:defRPr>
            </a:lvl1pPr>
          </a:lstStyle>
          <a:p>
            <a:fld id="{2C4CE499-C28D-48B7-BC4E-496C93C03240}" type="slidenum">
              <a:rPr lang="en-US" smtClean="0"/>
              <a:t>‹#›</a:t>
            </a:fld>
            <a:endParaRPr lang="en-US"/>
          </a:p>
        </p:txBody>
      </p:sp>
      <p:sp>
        <p:nvSpPr>
          <p:cNvPr id="23" name="Footer Placeholder 7"/>
          <p:cNvSpPr>
            <a:spLocks noGrp="1"/>
          </p:cNvSpPr>
          <p:nvPr>
            <p:ph type="ftr" sz="quarter" idx="3"/>
          </p:nvPr>
        </p:nvSpPr>
        <p:spPr>
          <a:xfrm>
            <a:off x="4038600" y="6418878"/>
            <a:ext cx="4114800" cy="36618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800"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  <p:sp>
        <p:nvSpPr>
          <p:cNvPr id="24" name="Date Placeholder 6"/>
          <p:cNvSpPr>
            <a:spLocks noGrp="1"/>
          </p:cNvSpPr>
          <p:nvPr>
            <p:ph type="dt" sz="half" idx="2"/>
          </p:nvPr>
        </p:nvSpPr>
        <p:spPr>
          <a:xfrm>
            <a:off x="2279381" y="6418878"/>
            <a:ext cx="1277264" cy="36618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800">
                <a:solidFill>
                  <a:schemeClr val="bg1"/>
                </a:solidFill>
              </a:defRPr>
            </a:lvl1pPr>
          </a:lstStyle>
          <a:p>
            <a:fld id="{71592C5D-46F3-4DB6-908F-5F348B91F595}" type="datetimeFigureOut">
              <a:rPr lang="en-US" smtClean="0"/>
              <a:t>11/13/2025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637853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hree Content Flippe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Placeholder 1"/>
          <p:cNvSpPr>
            <a:spLocks noGrp="1"/>
          </p:cNvSpPr>
          <p:nvPr>
            <p:ph type="title"/>
          </p:nvPr>
        </p:nvSpPr>
        <p:spPr>
          <a:xfrm>
            <a:off x="323928" y="362356"/>
            <a:ext cx="11539912" cy="566965"/>
          </a:xfrm>
          <a:prstGeom prst="rect">
            <a:avLst/>
          </a:prstGeom>
        </p:spPr>
        <p:txBody>
          <a:bodyPr vert="horz" wrap="none" lIns="0" tIns="0" rIns="0" bIns="0" rtlCol="0" anchor="t" anchorCtr="0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3" name="Text Placeholder 2"/>
          <p:cNvSpPr>
            <a:spLocks noGrp="1"/>
          </p:cNvSpPr>
          <p:nvPr>
            <p:ph idx="1"/>
          </p:nvPr>
        </p:nvSpPr>
        <p:spPr>
          <a:xfrm>
            <a:off x="6156493" y="1002262"/>
            <a:ext cx="5707348" cy="5169939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>
            <a:lvl1pPr>
              <a:defRPr lang="en-US" b="0" dirty="0" smtClean="0">
                <a:solidFill>
                  <a:srgbClr val="0071C5"/>
                </a:solidFill>
                <a:cs typeface="Intel Clear" panose="020B0604020203020204" pitchFamily="34" charset="0"/>
              </a:defRPr>
            </a:lvl1pPr>
            <a:lvl3pPr>
              <a:defRPr lang="en-US" sz="1600" dirty="0" smtClean="0">
                <a:solidFill>
                  <a:schemeClr val="tx2"/>
                </a:solidFill>
                <a:cs typeface="Intel Clear" panose="020B0604020203020204" pitchFamily="34" charset="0"/>
              </a:defRPr>
            </a:lvl3pPr>
            <a:lvl4pPr>
              <a:defRPr lang="en-US" sz="1400" dirty="0" smtClean="0">
                <a:solidFill>
                  <a:schemeClr val="tx2"/>
                </a:solidFill>
                <a:cs typeface="Intel Clear" panose="020B0604020203020204" pitchFamily="34" charset="0"/>
              </a:defRPr>
            </a:lvl4pPr>
            <a:lvl5pPr>
              <a:defRPr lang="en-US" sz="1400" dirty="0" smtClean="0">
                <a:solidFill>
                  <a:schemeClr val="tx2"/>
                </a:solidFill>
                <a:cs typeface="Intel Clear" panose="020B0604020203020204" pitchFamily="34" charset="0"/>
              </a:defRPr>
            </a:lvl5pPr>
            <a:lvl6pPr>
              <a:defRPr lang="en-US" sz="1200" dirty="0" smtClean="0"/>
            </a:lvl6pPr>
          </a:lstStyle>
          <a:p>
            <a:pPr marL="174625" lvl="0" indent="-174625">
              <a:spcBef>
                <a:spcPts val="60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/>
              <a:t>Click to edit Master text styles</a:t>
            </a:r>
          </a:p>
          <a:p>
            <a:pPr marL="174625" lvl="1" indent="-174625">
              <a:spcBef>
                <a:spcPts val="60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/>
              <a:t>Second level</a:t>
            </a:r>
          </a:p>
          <a:p>
            <a:pPr marL="174625" lvl="2" indent="-174625">
              <a:spcBef>
                <a:spcPts val="60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/>
              <a:t>Third level</a:t>
            </a:r>
          </a:p>
          <a:p>
            <a:pPr marL="174625" lvl="3" indent="-174625">
              <a:spcBef>
                <a:spcPts val="60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/>
              <a:t>Fourth level</a:t>
            </a:r>
          </a:p>
          <a:p>
            <a:pPr marL="174625" lvl="4" indent="-174625">
              <a:spcBef>
                <a:spcPts val="60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/>
              <a:t>Fifth level</a:t>
            </a:r>
            <a:endParaRPr lang="en-US" dirty="0"/>
          </a:p>
        </p:txBody>
      </p:sp>
      <p:sp>
        <p:nvSpPr>
          <p:cNvPr id="14" name="Text Placeholder 2"/>
          <p:cNvSpPr>
            <a:spLocks noGrp="1"/>
          </p:cNvSpPr>
          <p:nvPr>
            <p:ph idx="15"/>
          </p:nvPr>
        </p:nvSpPr>
        <p:spPr>
          <a:xfrm>
            <a:off x="323929" y="1002263"/>
            <a:ext cx="5707348" cy="2400896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>
            <a:lvl1pPr>
              <a:defRPr lang="en-US" b="0" dirty="0" smtClean="0">
                <a:solidFill>
                  <a:srgbClr val="0071C5"/>
                </a:solidFill>
                <a:cs typeface="Intel Clear" panose="020B0604020203020204" pitchFamily="34" charset="0"/>
              </a:defRPr>
            </a:lvl1pPr>
            <a:lvl3pPr>
              <a:defRPr lang="en-US" sz="1600" dirty="0" smtClean="0">
                <a:solidFill>
                  <a:schemeClr val="tx2"/>
                </a:solidFill>
                <a:cs typeface="Intel Clear" panose="020B0604020203020204" pitchFamily="34" charset="0"/>
              </a:defRPr>
            </a:lvl3pPr>
            <a:lvl4pPr>
              <a:defRPr lang="en-US" sz="1400" dirty="0" smtClean="0">
                <a:solidFill>
                  <a:schemeClr val="tx2"/>
                </a:solidFill>
                <a:cs typeface="Intel Clear" panose="020B0604020203020204" pitchFamily="34" charset="0"/>
              </a:defRPr>
            </a:lvl4pPr>
            <a:lvl5pPr>
              <a:defRPr lang="en-US" sz="1400" dirty="0" smtClean="0">
                <a:solidFill>
                  <a:schemeClr val="tx2"/>
                </a:solidFill>
                <a:cs typeface="Intel Clear" panose="020B0604020203020204" pitchFamily="34" charset="0"/>
              </a:defRPr>
            </a:lvl5pPr>
            <a:lvl6pPr>
              <a:defRPr lang="en-US" sz="1200" dirty="0" smtClean="0"/>
            </a:lvl6pPr>
          </a:lstStyle>
          <a:p>
            <a:pPr marL="174625" lvl="0" indent="-174625">
              <a:spcBef>
                <a:spcPts val="60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/>
              <a:t>Click to edit Master text styles</a:t>
            </a:r>
          </a:p>
          <a:p>
            <a:pPr marL="174625" lvl="1" indent="-174625">
              <a:spcBef>
                <a:spcPts val="60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/>
              <a:t>Second level</a:t>
            </a:r>
          </a:p>
          <a:p>
            <a:pPr marL="174625" lvl="2" indent="-174625">
              <a:spcBef>
                <a:spcPts val="60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/>
              <a:t>Third level</a:t>
            </a:r>
          </a:p>
          <a:p>
            <a:pPr marL="174625" lvl="3" indent="-174625">
              <a:spcBef>
                <a:spcPts val="60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/>
              <a:t>Fourth level</a:t>
            </a:r>
          </a:p>
          <a:p>
            <a:pPr marL="174625" lvl="4" indent="-174625">
              <a:spcBef>
                <a:spcPts val="60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/>
              <a:t>Fifth level</a:t>
            </a:r>
            <a:endParaRPr lang="en-US" dirty="0"/>
          </a:p>
        </p:txBody>
      </p:sp>
      <p:sp>
        <p:nvSpPr>
          <p:cNvPr id="16" name="Text Placeholder 2"/>
          <p:cNvSpPr>
            <a:spLocks noGrp="1"/>
          </p:cNvSpPr>
          <p:nvPr>
            <p:ph idx="16"/>
          </p:nvPr>
        </p:nvSpPr>
        <p:spPr>
          <a:xfrm>
            <a:off x="323929" y="3476102"/>
            <a:ext cx="5707348" cy="2696100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>
            <a:lvl1pPr>
              <a:defRPr lang="en-US" b="0" dirty="0" smtClean="0">
                <a:solidFill>
                  <a:srgbClr val="0071C5"/>
                </a:solidFill>
                <a:cs typeface="Intel Clear" panose="020B0604020203020204" pitchFamily="34" charset="0"/>
              </a:defRPr>
            </a:lvl1pPr>
            <a:lvl3pPr>
              <a:defRPr lang="en-US" sz="1600" dirty="0" smtClean="0">
                <a:solidFill>
                  <a:schemeClr val="tx2"/>
                </a:solidFill>
                <a:cs typeface="Intel Clear" panose="020B0604020203020204" pitchFamily="34" charset="0"/>
              </a:defRPr>
            </a:lvl3pPr>
            <a:lvl4pPr>
              <a:defRPr lang="en-US" sz="1400" dirty="0" smtClean="0">
                <a:solidFill>
                  <a:schemeClr val="tx2"/>
                </a:solidFill>
                <a:cs typeface="Intel Clear" panose="020B0604020203020204" pitchFamily="34" charset="0"/>
              </a:defRPr>
            </a:lvl4pPr>
            <a:lvl5pPr>
              <a:defRPr lang="en-US" sz="1400" dirty="0" smtClean="0">
                <a:solidFill>
                  <a:schemeClr val="tx2"/>
                </a:solidFill>
                <a:cs typeface="Intel Clear" panose="020B0604020203020204" pitchFamily="34" charset="0"/>
              </a:defRPr>
            </a:lvl5pPr>
            <a:lvl6pPr>
              <a:defRPr lang="en-US" sz="1200" dirty="0" smtClean="0"/>
            </a:lvl6pPr>
          </a:lstStyle>
          <a:p>
            <a:pPr marL="174625" lvl="0" indent="-174625">
              <a:spcBef>
                <a:spcPts val="60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/>
              <a:t>Click to edit Master text styles</a:t>
            </a:r>
          </a:p>
          <a:p>
            <a:pPr marL="174625" lvl="1" indent="-174625">
              <a:spcBef>
                <a:spcPts val="60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/>
              <a:t>Second level</a:t>
            </a:r>
          </a:p>
          <a:p>
            <a:pPr marL="174625" lvl="2" indent="-174625">
              <a:spcBef>
                <a:spcPts val="60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/>
              <a:t>Third level</a:t>
            </a:r>
          </a:p>
          <a:p>
            <a:pPr marL="174625" lvl="3" indent="-174625">
              <a:spcBef>
                <a:spcPts val="60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/>
              <a:t>Fourth level</a:t>
            </a:r>
          </a:p>
          <a:p>
            <a:pPr marL="174625" lvl="4" indent="-174625">
              <a:spcBef>
                <a:spcPts val="60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/>
              <a:t>Fifth level</a:t>
            </a:r>
            <a:endParaRPr lang="en-US" dirty="0"/>
          </a:p>
        </p:txBody>
      </p:sp>
      <p:sp>
        <p:nvSpPr>
          <p:cNvPr id="11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163136" y="6419405"/>
            <a:ext cx="2844800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800">
                <a:solidFill>
                  <a:schemeClr val="bg1"/>
                </a:solidFill>
                <a:latin typeface="+mn-lt"/>
                <a:cs typeface="Intel Clear"/>
              </a:defRPr>
            </a:lvl1pPr>
          </a:lstStyle>
          <a:p>
            <a:fld id="{2C4CE499-C28D-48B7-BC4E-496C93C03240}" type="slidenum">
              <a:rPr lang="en-US" smtClean="0"/>
              <a:t>‹#›</a:t>
            </a:fld>
            <a:endParaRPr lang="en-US"/>
          </a:p>
        </p:txBody>
      </p:sp>
      <p:sp>
        <p:nvSpPr>
          <p:cNvPr id="15" name="Footer Placeholder 7"/>
          <p:cNvSpPr>
            <a:spLocks noGrp="1"/>
          </p:cNvSpPr>
          <p:nvPr>
            <p:ph type="ftr" sz="quarter" idx="3"/>
          </p:nvPr>
        </p:nvSpPr>
        <p:spPr>
          <a:xfrm>
            <a:off x="4038600" y="6418878"/>
            <a:ext cx="4114800" cy="36618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800"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  <p:sp>
        <p:nvSpPr>
          <p:cNvPr id="22" name="Date Placeholder 6"/>
          <p:cNvSpPr>
            <a:spLocks noGrp="1"/>
          </p:cNvSpPr>
          <p:nvPr>
            <p:ph type="dt" sz="half" idx="2"/>
          </p:nvPr>
        </p:nvSpPr>
        <p:spPr>
          <a:xfrm>
            <a:off x="2279381" y="6418878"/>
            <a:ext cx="1277264" cy="36618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800">
                <a:solidFill>
                  <a:schemeClr val="bg1"/>
                </a:solidFill>
              </a:defRPr>
            </a:lvl1pPr>
          </a:lstStyle>
          <a:p>
            <a:fld id="{71592C5D-46F3-4DB6-908F-5F348B91F595}" type="datetimeFigureOut">
              <a:rPr lang="en-US" smtClean="0"/>
              <a:t>11/13/2025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616375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ext and Bottom Half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163136" y="6419405"/>
            <a:ext cx="2844800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800">
                <a:solidFill>
                  <a:schemeClr val="bg1"/>
                </a:solidFill>
                <a:latin typeface="+mn-lt"/>
                <a:cs typeface="Intel Clear"/>
              </a:defRPr>
            </a:lvl1pPr>
          </a:lstStyle>
          <a:p>
            <a:fld id="{2C4CE499-C28D-48B7-BC4E-496C93C03240}" type="slidenum">
              <a:rPr lang="en-US" smtClean="0"/>
              <a:t>‹#›</a:t>
            </a:fld>
            <a:endParaRPr lang="en-US"/>
          </a:p>
        </p:txBody>
      </p:sp>
      <p:sp>
        <p:nvSpPr>
          <p:cNvPr id="12" name="Footer Placeholder 7"/>
          <p:cNvSpPr>
            <a:spLocks noGrp="1"/>
          </p:cNvSpPr>
          <p:nvPr>
            <p:ph type="ftr" sz="quarter" idx="3"/>
          </p:nvPr>
        </p:nvSpPr>
        <p:spPr>
          <a:xfrm>
            <a:off x="4038600" y="6418878"/>
            <a:ext cx="4114800" cy="36618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800"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  <p:sp>
        <p:nvSpPr>
          <p:cNvPr id="13" name="Date Placeholder 6"/>
          <p:cNvSpPr>
            <a:spLocks noGrp="1"/>
          </p:cNvSpPr>
          <p:nvPr>
            <p:ph type="dt" sz="half" idx="2"/>
          </p:nvPr>
        </p:nvSpPr>
        <p:spPr>
          <a:xfrm>
            <a:off x="2279381" y="6418878"/>
            <a:ext cx="1277264" cy="36618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800">
                <a:solidFill>
                  <a:schemeClr val="bg1"/>
                </a:solidFill>
              </a:defRPr>
            </a:lvl1pPr>
          </a:lstStyle>
          <a:p>
            <a:fld id="{71592C5D-46F3-4DB6-908F-5F348B91F595}" type="datetimeFigureOut">
              <a:rPr lang="en-US" smtClean="0"/>
              <a:t>11/13/2025</a:t>
            </a:fld>
            <a:endParaRPr lang="en-US"/>
          </a:p>
        </p:txBody>
      </p:sp>
      <p:sp>
        <p:nvSpPr>
          <p:cNvPr id="14" name="Title Placeholder 1"/>
          <p:cNvSpPr>
            <a:spLocks noGrp="1"/>
          </p:cNvSpPr>
          <p:nvPr>
            <p:ph type="title"/>
          </p:nvPr>
        </p:nvSpPr>
        <p:spPr>
          <a:xfrm>
            <a:off x="323928" y="362356"/>
            <a:ext cx="11539912" cy="566965"/>
          </a:xfrm>
          <a:prstGeom prst="rect">
            <a:avLst/>
          </a:prstGeom>
        </p:spPr>
        <p:txBody>
          <a:bodyPr vert="horz" wrap="none" lIns="0" tIns="0" rIns="0" bIns="0" rtlCol="0" anchor="t" anchorCtr="0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5" name="Text Placeholder 2"/>
          <p:cNvSpPr>
            <a:spLocks noGrp="1"/>
          </p:cNvSpPr>
          <p:nvPr>
            <p:ph idx="16"/>
          </p:nvPr>
        </p:nvSpPr>
        <p:spPr>
          <a:xfrm>
            <a:off x="323929" y="1002263"/>
            <a:ext cx="5707348" cy="2400896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>
            <a:lvl1pPr>
              <a:defRPr lang="en-US" b="0" dirty="0" smtClean="0">
                <a:solidFill>
                  <a:srgbClr val="0071C5"/>
                </a:solidFill>
                <a:cs typeface="Intel Clear" panose="020B0604020203020204" pitchFamily="34" charset="0"/>
              </a:defRPr>
            </a:lvl1pPr>
            <a:lvl3pPr>
              <a:defRPr lang="en-US" sz="1600" dirty="0" smtClean="0">
                <a:solidFill>
                  <a:schemeClr val="tx2"/>
                </a:solidFill>
                <a:cs typeface="Intel Clear" panose="020B0604020203020204" pitchFamily="34" charset="0"/>
              </a:defRPr>
            </a:lvl3pPr>
            <a:lvl4pPr>
              <a:defRPr lang="en-US" sz="1400" dirty="0" smtClean="0">
                <a:solidFill>
                  <a:schemeClr val="tx2"/>
                </a:solidFill>
                <a:cs typeface="Intel Clear" panose="020B0604020203020204" pitchFamily="34" charset="0"/>
              </a:defRPr>
            </a:lvl4pPr>
            <a:lvl5pPr>
              <a:defRPr lang="en-US" sz="1400" dirty="0" smtClean="0">
                <a:solidFill>
                  <a:schemeClr val="tx2"/>
                </a:solidFill>
                <a:cs typeface="Intel Clear" panose="020B0604020203020204" pitchFamily="34" charset="0"/>
              </a:defRPr>
            </a:lvl5pPr>
            <a:lvl6pPr>
              <a:defRPr lang="en-US" sz="1200" dirty="0" smtClean="0"/>
            </a:lvl6pPr>
          </a:lstStyle>
          <a:p>
            <a:pPr marL="174625" lvl="0" indent="-174625">
              <a:spcBef>
                <a:spcPts val="60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/>
              <a:t>Click to edit Master text styles</a:t>
            </a:r>
          </a:p>
          <a:p>
            <a:pPr marL="174625" lvl="1" indent="-174625">
              <a:spcBef>
                <a:spcPts val="60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/>
              <a:t>Second level</a:t>
            </a:r>
          </a:p>
          <a:p>
            <a:pPr marL="174625" lvl="2" indent="-174625">
              <a:spcBef>
                <a:spcPts val="60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/>
              <a:t>Third level</a:t>
            </a:r>
          </a:p>
          <a:p>
            <a:pPr marL="174625" lvl="3" indent="-174625">
              <a:spcBef>
                <a:spcPts val="60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/>
              <a:t>Fourth level</a:t>
            </a:r>
          </a:p>
          <a:p>
            <a:pPr marL="174625" lvl="4" indent="-174625">
              <a:spcBef>
                <a:spcPts val="60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/>
              <a:t>Fifth level</a:t>
            </a:r>
            <a:endParaRPr lang="en-US" dirty="0"/>
          </a:p>
        </p:txBody>
      </p:sp>
      <p:sp>
        <p:nvSpPr>
          <p:cNvPr id="16" name="Text Placeholder 2"/>
          <p:cNvSpPr>
            <a:spLocks noGrp="1"/>
          </p:cNvSpPr>
          <p:nvPr>
            <p:ph idx="15"/>
          </p:nvPr>
        </p:nvSpPr>
        <p:spPr>
          <a:xfrm>
            <a:off x="6156493" y="1002263"/>
            <a:ext cx="5707348" cy="2400896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>
            <a:lvl1pPr>
              <a:defRPr lang="en-US" b="0" dirty="0" smtClean="0">
                <a:solidFill>
                  <a:srgbClr val="0071C5"/>
                </a:solidFill>
                <a:cs typeface="Intel Clear" panose="020B0604020203020204" pitchFamily="34" charset="0"/>
              </a:defRPr>
            </a:lvl1pPr>
            <a:lvl3pPr>
              <a:defRPr lang="en-US" sz="1600" dirty="0" smtClean="0">
                <a:solidFill>
                  <a:schemeClr val="tx2"/>
                </a:solidFill>
                <a:cs typeface="Intel Clear" panose="020B0604020203020204" pitchFamily="34" charset="0"/>
              </a:defRPr>
            </a:lvl3pPr>
            <a:lvl4pPr>
              <a:defRPr lang="en-US" sz="1400" dirty="0" smtClean="0">
                <a:solidFill>
                  <a:schemeClr val="tx2"/>
                </a:solidFill>
                <a:cs typeface="Intel Clear" panose="020B0604020203020204" pitchFamily="34" charset="0"/>
              </a:defRPr>
            </a:lvl4pPr>
            <a:lvl5pPr>
              <a:defRPr lang="en-US" sz="1400" dirty="0" smtClean="0">
                <a:solidFill>
                  <a:schemeClr val="tx2"/>
                </a:solidFill>
                <a:cs typeface="Intel Clear" panose="020B0604020203020204" pitchFamily="34" charset="0"/>
              </a:defRPr>
            </a:lvl5pPr>
            <a:lvl6pPr>
              <a:defRPr lang="en-US" sz="1200" dirty="0" smtClean="0"/>
            </a:lvl6pPr>
          </a:lstStyle>
          <a:p>
            <a:pPr marL="174625" lvl="0" indent="-174625">
              <a:spcBef>
                <a:spcPts val="60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/>
              <a:t>Click to edit Master text styles</a:t>
            </a:r>
          </a:p>
          <a:p>
            <a:pPr marL="174625" lvl="1" indent="-174625">
              <a:spcBef>
                <a:spcPts val="60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/>
              <a:t>Second level</a:t>
            </a:r>
          </a:p>
          <a:p>
            <a:pPr marL="174625" lvl="2" indent="-174625">
              <a:spcBef>
                <a:spcPts val="60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/>
              <a:t>Third level</a:t>
            </a:r>
          </a:p>
          <a:p>
            <a:pPr marL="174625" lvl="3" indent="-174625">
              <a:spcBef>
                <a:spcPts val="60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/>
              <a:t>Fourth level</a:t>
            </a:r>
          </a:p>
          <a:p>
            <a:pPr marL="174625" lvl="4" indent="-174625">
              <a:spcBef>
                <a:spcPts val="60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/>
              <a:t>Fifth level</a:t>
            </a:r>
            <a:endParaRPr lang="en-US" dirty="0"/>
          </a:p>
        </p:txBody>
      </p:sp>
      <p:sp>
        <p:nvSpPr>
          <p:cNvPr id="17" name="Text Placeholder 2"/>
          <p:cNvSpPr>
            <a:spLocks noGrp="1"/>
          </p:cNvSpPr>
          <p:nvPr>
            <p:ph idx="1"/>
          </p:nvPr>
        </p:nvSpPr>
        <p:spPr>
          <a:xfrm>
            <a:off x="325040" y="3476101"/>
            <a:ext cx="11538800" cy="2696100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>
            <a:lvl1pPr>
              <a:defRPr lang="en-US" b="0" dirty="0" smtClean="0">
                <a:solidFill>
                  <a:srgbClr val="0071C5"/>
                </a:solidFill>
                <a:cs typeface="Intel Clear" panose="020B0604020203020204" pitchFamily="34" charset="0"/>
              </a:defRPr>
            </a:lvl1pPr>
            <a:lvl3pPr>
              <a:defRPr lang="en-US" sz="1600" dirty="0" smtClean="0">
                <a:solidFill>
                  <a:schemeClr val="tx2"/>
                </a:solidFill>
                <a:cs typeface="Intel Clear" panose="020B0604020203020204" pitchFamily="34" charset="0"/>
              </a:defRPr>
            </a:lvl3pPr>
            <a:lvl4pPr>
              <a:defRPr lang="en-US" sz="1400" dirty="0" smtClean="0">
                <a:solidFill>
                  <a:schemeClr val="tx2"/>
                </a:solidFill>
                <a:cs typeface="Intel Clear" panose="020B0604020203020204" pitchFamily="34" charset="0"/>
              </a:defRPr>
            </a:lvl4pPr>
            <a:lvl5pPr>
              <a:defRPr lang="en-US" sz="1400" dirty="0" smtClean="0">
                <a:solidFill>
                  <a:schemeClr val="tx2"/>
                </a:solidFill>
                <a:cs typeface="Intel Clear" panose="020B0604020203020204" pitchFamily="34" charset="0"/>
              </a:defRPr>
            </a:lvl5pPr>
            <a:lvl6pPr>
              <a:defRPr lang="en-US" sz="1200" dirty="0" smtClean="0"/>
            </a:lvl6pPr>
          </a:lstStyle>
          <a:p>
            <a:pPr marL="174625" lvl="0" indent="-174625">
              <a:spcBef>
                <a:spcPts val="60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/>
              <a:t>Click to edit Master text styles</a:t>
            </a:r>
          </a:p>
          <a:p>
            <a:pPr marL="174625" lvl="1" indent="-174625">
              <a:spcBef>
                <a:spcPts val="60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/>
              <a:t>Second level</a:t>
            </a:r>
          </a:p>
          <a:p>
            <a:pPr marL="174625" lvl="2" indent="-174625">
              <a:spcBef>
                <a:spcPts val="60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/>
              <a:t>Third level</a:t>
            </a:r>
          </a:p>
          <a:p>
            <a:pPr marL="174625" lvl="3" indent="-174625">
              <a:spcBef>
                <a:spcPts val="60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/>
              <a:t>Fourth level</a:t>
            </a:r>
          </a:p>
          <a:p>
            <a:pPr marL="174625" lvl="4" indent="-174625">
              <a:spcBef>
                <a:spcPts val="60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8222284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ext and Top Half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163136" y="6419405"/>
            <a:ext cx="2844800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800">
                <a:solidFill>
                  <a:schemeClr val="bg1"/>
                </a:solidFill>
                <a:latin typeface="+mn-lt"/>
                <a:cs typeface="Intel Clear"/>
              </a:defRPr>
            </a:lvl1pPr>
          </a:lstStyle>
          <a:p>
            <a:fld id="{2C4CE499-C28D-48B7-BC4E-496C93C03240}" type="slidenum">
              <a:rPr lang="en-US" smtClean="0"/>
              <a:t>‹#›</a:t>
            </a:fld>
            <a:endParaRPr lang="en-US"/>
          </a:p>
        </p:txBody>
      </p:sp>
      <p:sp>
        <p:nvSpPr>
          <p:cNvPr id="12" name="Footer Placeholder 7"/>
          <p:cNvSpPr>
            <a:spLocks noGrp="1"/>
          </p:cNvSpPr>
          <p:nvPr>
            <p:ph type="ftr" sz="quarter" idx="3"/>
          </p:nvPr>
        </p:nvSpPr>
        <p:spPr>
          <a:xfrm>
            <a:off x="4038600" y="6418878"/>
            <a:ext cx="4114800" cy="36618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800"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  <p:sp>
        <p:nvSpPr>
          <p:cNvPr id="13" name="Date Placeholder 6"/>
          <p:cNvSpPr>
            <a:spLocks noGrp="1"/>
          </p:cNvSpPr>
          <p:nvPr>
            <p:ph type="dt" sz="half" idx="2"/>
          </p:nvPr>
        </p:nvSpPr>
        <p:spPr>
          <a:xfrm>
            <a:off x="2279381" y="6418878"/>
            <a:ext cx="1277264" cy="36618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800">
                <a:solidFill>
                  <a:schemeClr val="bg1"/>
                </a:solidFill>
              </a:defRPr>
            </a:lvl1pPr>
          </a:lstStyle>
          <a:p>
            <a:fld id="{71592C5D-46F3-4DB6-908F-5F348B91F595}" type="datetimeFigureOut">
              <a:rPr lang="en-US" smtClean="0"/>
              <a:t>11/13/2025</a:t>
            </a:fld>
            <a:endParaRPr lang="en-US"/>
          </a:p>
        </p:txBody>
      </p:sp>
      <p:sp>
        <p:nvSpPr>
          <p:cNvPr id="14" name="Title Placeholder 1"/>
          <p:cNvSpPr>
            <a:spLocks noGrp="1"/>
          </p:cNvSpPr>
          <p:nvPr>
            <p:ph type="title"/>
          </p:nvPr>
        </p:nvSpPr>
        <p:spPr>
          <a:xfrm>
            <a:off x="323928" y="362356"/>
            <a:ext cx="11539912" cy="566965"/>
          </a:xfrm>
          <a:prstGeom prst="rect">
            <a:avLst/>
          </a:prstGeom>
        </p:spPr>
        <p:txBody>
          <a:bodyPr vert="horz" wrap="none" lIns="0" tIns="0" rIns="0" bIns="0" rtlCol="0" anchor="t" anchorCtr="0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5" name="Text Placeholder 2"/>
          <p:cNvSpPr>
            <a:spLocks noGrp="1"/>
          </p:cNvSpPr>
          <p:nvPr>
            <p:ph idx="16"/>
          </p:nvPr>
        </p:nvSpPr>
        <p:spPr>
          <a:xfrm>
            <a:off x="323929" y="3476102"/>
            <a:ext cx="5707348" cy="2694111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>
            <a:lvl1pPr>
              <a:defRPr lang="en-US" b="0" dirty="0" smtClean="0">
                <a:solidFill>
                  <a:srgbClr val="0071C5"/>
                </a:solidFill>
                <a:cs typeface="Intel Clear" panose="020B0604020203020204" pitchFamily="34" charset="0"/>
              </a:defRPr>
            </a:lvl1pPr>
            <a:lvl3pPr>
              <a:defRPr lang="en-US" sz="1600" dirty="0" smtClean="0">
                <a:solidFill>
                  <a:schemeClr val="tx2"/>
                </a:solidFill>
                <a:cs typeface="Intel Clear" panose="020B0604020203020204" pitchFamily="34" charset="0"/>
              </a:defRPr>
            </a:lvl3pPr>
            <a:lvl4pPr>
              <a:defRPr lang="en-US" sz="1400" dirty="0" smtClean="0">
                <a:solidFill>
                  <a:schemeClr val="tx2"/>
                </a:solidFill>
                <a:cs typeface="Intel Clear" panose="020B0604020203020204" pitchFamily="34" charset="0"/>
              </a:defRPr>
            </a:lvl4pPr>
            <a:lvl5pPr>
              <a:defRPr lang="en-US" sz="1400" dirty="0" smtClean="0">
                <a:solidFill>
                  <a:schemeClr val="tx2"/>
                </a:solidFill>
                <a:cs typeface="Intel Clear" panose="020B0604020203020204" pitchFamily="34" charset="0"/>
              </a:defRPr>
            </a:lvl5pPr>
            <a:lvl6pPr>
              <a:defRPr lang="en-US" sz="1200" dirty="0" smtClean="0"/>
            </a:lvl6pPr>
          </a:lstStyle>
          <a:p>
            <a:pPr marL="174625" lvl="0" indent="-174625">
              <a:spcBef>
                <a:spcPts val="60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/>
              <a:t>Click to edit Master text styles</a:t>
            </a:r>
          </a:p>
          <a:p>
            <a:pPr marL="174625" lvl="1" indent="-174625">
              <a:spcBef>
                <a:spcPts val="60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/>
              <a:t>Second level</a:t>
            </a:r>
          </a:p>
          <a:p>
            <a:pPr marL="174625" lvl="2" indent="-174625">
              <a:spcBef>
                <a:spcPts val="60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/>
              <a:t>Third level</a:t>
            </a:r>
          </a:p>
          <a:p>
            <a:pPr marL="174625" lvl="3" indent="-174625">
              <a:spcBef>
                <a:spcPts val="60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/>
              <a:t>Fourth level</a:t>
            </a:r>
          </a:p>
          <a:p>
            <a:pPr marL="174625" lvl="4" indent="-174625">
              <a:spcBef>
                <a:spcPts val="60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/>
              <a:t>Fifth level</a:t>
            </a:r>
            <a:endParaRPr lang="en-US" dirty="0"/>
          </a:p>
        </p:txBody>
      </p:sp>
      <p:sp>
        <p:nvSpPr>
          <p:cNvPr id="16" name="Text Placeholder 2"/>
          <p:cNvSpPr>
            <a:spLocks noGrp="1"/>
          </p:cNvSpPr>
          <p:nvPr>
            <p:ph idx="15"/>
          </p:nvPr>
        </p:nvSpPr>
        <p:spPr>
          <a:xfrm>
            <a:off x="6174578" y="3476102"/>
            <a:ext cx="5707348" cy="2694111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>
            <a:lvl1pPr>
              <a:defRPr lang="en-US" b="0" dirty="0" smtClean="0">
                <a:solidFill>
                  <a:srgbClr val="0071C5"/>
                </a:solidFill>
                <a:cs typeface="Intel Clear" panose="020B0604020203020204" pitchFamily="34" charset="0"/>
              </a:defRPr>
            </a:lvl1pPr>
            <a:lvl3pPr>
              <a:defRPr lang="en-US" sz="1600" dirty="0" smtClean="0">
                <a:solidFill>
                  <a:schemeClr val="tx2"/>
                </a:solidFill>
                <a:cs typeface="Intel Clear" panose="020B0604020203020204" pitchFamily="34" charset="0"/>
              </a:defRPr>
            </a:lvl3pPr>
            <a:lvl4pPr>
              <a:defRPr lang="en-US" sz="1400" dirty="0" smtClean="0">
                <a:solidFill>
                  <a:schemeClr val="tx2"/>
                </a:solidFill>
                <a:cs typeface="Intel Clear" panose="020B0604020203020204" pitchFamily="34" charset="0"/>
              </a:defRPr>
            </a:lvl4pPr>
            <a:lvl5pPr>
              <a:defRPr lang="en-US" sz="1400" dirty="0" smtClean="0">
                <a:solidFill>
                  <a:schemeClr val="tx2"/>
                </a:solidFill>
                <a:cs typeface="Intel Clear" panose="020B0604020203020204" pitchFamily="34" charset="0"/>
              </a:defRPr>
            </a:lvl5pPr>
            <a:lvl6pPr>
              <a:defRPr lang="en-US" sz="1200" dirty="0" smtClean="0"/>
            </a:lvl6pPr>
          </a:lstStyle>
          <a:p>
            <a:pPr marL="174625" lvl="0" indent="-174625">
              <a:spcBef>
                <a:spcPts val="60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/>
              <a:t>Click to edit Master text styles</a:t>
            </a:r>
          </a:p>
          <a:p>
            <a:pPr marL="174625" lvl="1" indent="-174625">
              <a:spcBef>
                <a:spcPts val="60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/>
              <a:t>Second level</a:t>
            </a:r>
          </a:p>
          <a:p>
            <a:pPr marL="174625" lvl="2" indent="-174625">
              <a:spcBef>
                <a:spcPts val="60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/>
              <a:t>Third level</a:t>
            </a:r>
          </a:p>
          <a:p>
            <a:pPr marL="174625" lvl="3" indent="-174625">
              <a:spcBef>
                <a:spcPts val="60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/>
              <a:t>Fourth level</a:t>
            </a:r>
          </a:p>
          <a:p>
            <a:pPr marL="174625" lvl="4" indent="-174625">
              <a:spcBef>
                <a:spcPts val="60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/>
              <a:t>Fifth level</a:t>
            </a:r>
            <a:endParaRPr lang="en-US" dirty="0"/>
          </a:p>
        </p:txBody>
      </p:sp>
      <p:sp>
        <p:nvSpPr>
          <p:cNvPr id="17" name="Text Placeholder 2"/>
          <p:cNvSpPr>
            <a:spLocks noGrp="1"/>
          </p:cNvSpPr>
          <p:nvPr>
            <p:ph idx="1"/>
          </p:nvPr>
        </p:nvSpPr>
        <p:spPr>
          <a:xfrm>
            <a:off x="325040" y="1002264"/>
            <a:ext cx="11538800" cy="2400896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>
            <a:lvl1pPr>
              <a:defRPr lang="en-US" b="0" dirty="0" smtClean="0">
                <a:solidFill>
                  <a:srgbClr val="0071C5"/>
                </a:solidFill>
                <a:cs typeface="Intel Clear" panose="020B0604020203020204" pitchFamily="34" charset="0"/>
              </a:defRPr>
            </a:lvl1pPr>
            <a:lvl3pPr>
              <a:defRPr lang="en-US" sz="1600" dirty="0" smtClean="0">
                <a:solidFill>
                  <a:schemeClr val="tx2"/>
                </a:solidFill>
                <a:cs typeface="Intel Clear" panose="020B0604020203020204" pitchFamily="34" charset="0"/>
              </a:defRPr>
            </a:lvl3pPr>
            <a:lvl4pPr>
              <a:defRPr lang="en-US" sz="1400" dirty="0" smtClean="0">
                <a:solidFill>
                  <a:schemeClr val="tx2"/>
                </a:solidFill>
                <a:cs typeface="Intel Clear" panose="020B0604020203020204" pitchFamily="34" charset="0"/>
              </a:defRPr>
            </a:lvl4pPr>
            <a:lvl5pPr>
              <a:defRPr lang="en-US" sz="1400" dirty="0" smtClean="0">
                <a:solidFill>
                  <a:schemeClr val="tx2"/>
                </a:solidFill>
                <a:cs typeface="Intel Clear" panose="020B0604020203020204" pitchFamily="34" charset="0"/>
              </a:defRPr>
            </a:lvl5pPr>
            <a:lvl6pPr>
              <a:defRPr lang="en-US" sz="1200" dirty="0" smtClean="0"/>
            </a:lvl6pPr>
          </a:lstStyle>
          <a:p>
            <a:pPr marL="174625" lvl="0" indent="-174625">
              <a:spcBef>
                <a:spcPts val="60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/>
              <a:t>Click to edit Master text styles</a:t>
            </a:r>
          </a:p>
          <a:p>
            <a:pPr marL="174625" lvl="1" indent="-174625">
              <a:spcBef>
                <a:spcPts val="60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/>
              <a:t>Second level</a:t>
            </a:r>
          </a:p>
          <a:p>
            <a:pPr marL="174625" lvl="2" indent="-174625">
              <a:spcBef>
                <a:spcPts val="60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/>
              <a:t>Third level</a:t>
            </a:r>
          </a:p>
          <a:p>
            <a:pPr marL="174625" lvl="3" indent="-174625">
              <a:spcBef>
                <a:spcPts val="60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/>
              <a:t>Fourth level</a:t>
            </a:r>
          </a:p>
          <a:p>
            <a:pPr marL="174625" lvl="4" indent="-174625">
              <a:spcBef>
                <a:spcPts val="60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994921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White Section Brea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607484" y="2810750"/>
            <a:ext cx="10363200" cy="1362075"/>
          </a:xfrm>
        </p:spPr>
        <p:txBody>
          <a:bodyPr wrap="square" anchor="b" anchorCtr="0">
            <a:noAutofit/>
          </a:bodyPr>
          <a:lstStyle>
            <a:lvl1pPr algn="l">
              <a:lnSpc>
                <a:spcPct val="80000"/>
              </a:lnSpc>
              <a:defRPr sz="5400" b="0" cap="none" spc="0" baseline="0">
                <a:solidFill>
                  <a:schemeClr val="tx2">
                    <a:alpha val="90000"/>
                  </a:schemeClr>
                </a:solidFill>
                <a:latin typeface="Intel Clear Pro" panose="020B0804020202060201" pitchFamily="34" charset="0"/>
                <a:cs typeface="Intel Clear Pro" panose="020B0804020202060201" pitchFamily="34" charset="0"/>
              </a:defRPr>
            </a:lvl1pPr>
          </a:lstStyle>
          <a:p>
            <a:r>
              <a:rPr lang="en-US" dirty="0"/>
              <a:t>white section break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607484" y="4321534"/>
            <a:ext cx="10363200" cy="1500187"/>
          </a:xfrm>
        </p:spPr>
        <p:txBody>
          <a:bodyPr anchor="t" anchorCtr="0">
            <a:normAutofit/>
          </a:bodyPr>
          <a:lstStyle>
            <a:lvl1pPr marL="0" indent="0">
              <a:spcBef>
                <a:spcPts val="0"/>
              </a:spcBef>
              <a:buNone/>
              <a:defRPr sz="1600" b="0" baseline="0">
                <a:solidFill>
                  <a:schemeClr val="accent2"/>
                </a:solidFill>
                <a:latin typeface="+mn-lt"/>
                <a:cs typeface="Intel Clear" panose="020B0604020203020204" pitchFamily="34" charset="0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16pt Intel Clear Subhead</a:t>
            </a: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163136" y="6419405"/>
            <a:ext cx="2844800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800">
                <a:solidFill>
                  <a:schemeClr val="bg1"/>
                </a:solidFill>
                <a:latin typeface="+mn-lt"/>
                <a:cs typeface="Intel Clear"/>
              </a:defRPr>
            </a:lvl1pPr>
          </a:lstStyle>
          <a:p>
            <a:fld id="{2C4CE499-C28D-48B7-BC4E-496C93C03240}" type="slidenum">
              <a:rPr lang="en-US" smtClean="0"/>
              <a:t>‹#›</a:t>
            </a:fld>
            <a:endParaRPr lang="en-US"/>
          </a:p>
        </p:txBody>
      </p:sp>
      <p:sp>
        <p:nvSpPr>
          <p:cNvPr id="7" name="Footer Placeholder 7"/>
          <p:cNvSpPr>
            <a:spLocks noGrp="1"/>
          </p:cNvSpPr>
          <p:nvPr>
            <p:ph type="ftr" sz="quarter" idx="3"/>
          </p:nvPr>
        </p:nvSpPr>
        <p:spPr>
          <a:xfrm>
            <a:off x="4038600" y="6418878"/>
            <a:ext cx="4114800" cy="36618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800"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  <p:sp>
        <p:nvSpPr>
          <p:cNvPr id="8" name="Date Placeholder 6"/>
          <p:cNvSpPr>
            <a:spLocks noGrp="1"/>
          </p:cNvSpPr>
          <p:nvPr>
            <p:ph type="dt" sz="half" idx="2"/>
          </p:nvPr>
        </p:nvSpPr>
        <p:spPr>
          <a:xfrm>
            <a:off x="2279381" y="6418878"/>
            <a:ext cx="1277264" cy="36618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800">
                <a:solidFill>
                  <a:schemeClr val="bg1"/>
                </a:solidFill>
              </a:defRPr>
            </a:lvl1pPr>
          </a:lstStyle>
          <a:p>
            <a:fld id="{71592C5D-46F3-4DB6-908F-5F348B91F595}" type="datetimeFigureOut">
              <a:rPr lang="en-US" smtClean="0"/>
              <a:t>11/13/2025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073048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Blue Section Break">
    <p:bg>
      <p:bgPr>
        <a:gradFill flip="none" rotWithShape="1">
          <a:gsLst>
            <a:gs pos="32000">
              <a:schemeClr val="tx2"/>
            </a:gs>
            <a:gs pos="95000">
              <a:srgbClr val="009FDF"/>
            </a:gs>
            <a:gs pos="78000">
              <a:srgbClr val="0071C5"/>
            </a:gs>
          </a:gsLst>
          <a:lin ang="19860000" scaled="0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607484" y="2810750"/>
            <a:ext cx="10363200" cy="1362075"/>
          </a:xfrm>
        </p:spPr>
        <p:txBody>
          <a:bodyPr wrap="square" anchor="b" anchorCtr="0">
            <a:noAutofit/>
          </a:bodyPr>
          <a:lstStyle>
            <a:lvl1pPr algn="l">
              <a:lnSpc>
                <a:spcPct val="80000"/>
              </a:lnSpc>
              <a:defRPr sz="5400" b="0" cap="none" spc="0" baseline="0">
                <a:solidFill>
                  <a:schemeClr val="bg1">
                    <a:alpha val="90000"/>
                  </a:schemeClr>
                </a:solidFill>
                <a:latin typeface="Intel Clear Pro" panose="020B0804020202060201" pitchFamily="34" charset="0"/>
                <a:cs typeface="Intel Clear Pro" panose="020B0804020202060201" pitchFamily="34" charset="0"/>
              </a:defRPr>
            </a:lvl1pPr>
          </a:lstStyle>
          <a:p>
            <a:r>
              <a:rPr lang="en-US" dirty="0"/>
              <a:t>blue section break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607484" y="4321534"/>
            <a:ext cx="10363200" cy="1500187"/>
          </a:xfrm>
        </p:spPr>
        <p:txBody>
          <a:bodyPr anchor="t" anchorCtr="0">
            <a:normAutofit/>
          </a:bodyPr>
          <a:lstStyle>
            <a:lvl1pPr marL="0" indent="0">
              <a:spcBef>
                <a:spcPts val="0"/>
              </a:spcBef>
              <a:buNone/>
              <a:defRPr sz="1600" b="0" i="0" baseline="0">
                <a:solidFill>
                  <a:srgbClr val="F3D54E"/>
                </a:solidFill>
                <a:latin typeface="Intel Clear"/>
                <a:cs typeface="Intel Clear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16pt Intel Clear Subhead</a:t>
            </a:r>
          </a:p>
        </p:txBody>
      </p:sp>
      <p:sp>
        <p:nvSpPr>
          <p:cNvPr id="4" name="Title 1"/>
          <p:cNvSpPr>
            <a:spLocks noGrp="1"/>
          </p:cNvSpPr>
          <p:nvPr>
            <p:ph type="title" hasCustomPrompt="1"/>
          </p:nvPr>
        </p:nvSpPr>
        <p:spPr>
          <a:xfrm>
            <a:off x="607484" y="2810750"/>
            <a:ext cx="10363200" cy="1362075"/>
          </a:xfrm>
        </p:spPr>
        <p:txBody>
          <a:bodyPr anchor="b" anchorCtr="0">
            <a:noAutofit/>
          </a:bodyPr>
          <a:lstStyle>
            <a:lvl1pPr algn="l">
              <a:lnSpc>
                <a:spcPct val="80000"/>
              </a:lnSpc>
              <a:defRPr sz="5400" b="0" cap="none" spc="0" baseline="0">
                <a:solidFill>
                  <a:schemeClr val="bg1">
                    <a:alpha val="90000"/>
                  </a:schemeClr>
                </a:solidFill>
                <a:latin typeface="Intel Clear Pro" panose="020B0804020202060201" pitchFamily="34" charset="0"/>
                <a:cs typeface="Intel Clear Pro" panose="020B0804020202060201" pitchFamily="34" charset="0"/>
              </a:defRPr>
            </a:lvl1pPr>
          </a:lstStyle>
          <a:p>
            <a:r>
              <a:rPr lang="en-US" dirty="0"/>
              <a:t>54pt Intel Clear Pro</a:t>
            </a:r>
            <a:br>
              <a:rPr lang="en-US" dirty="0"/>
            </a:br>
            <a:r>
              <a:rPr lang="en-US" dirty="0"/>
              <a:t>blue section break</a:t>
            </a:r>
          </a:p>
        </p:txBody>
      </p:sp>
      <p:sp>
        <p:nvSpPr>
          <p:cNvPr id="5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607484" y="4321534"/>
            <a:ext cx="10363200" cy="1500187"/>
          </a:xfrm>
        </p:spPr>
        <p:txBody>
          <a:bodyPr anchor="t" anchorCtr="0">
            <a:noAutofit/>
          </a:bodyPr>
          <a:lstStyle>
            <a:lvl1pPr marL="0" indent="0">
              <a:buNone/>
              <a:defRPr sz="1600" b="0" i="0" baseline="0">
                <a:solidFill>
                  <a:srgbClr val="F3D54E"/>
                </a:solidFill>
                <a:latin typeface="Intel Clear"/>
                <a:cs typeface="Intel Clear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16pt Intel Clear Subhead</a:t>
            </a:r>
          </a:p>
        </p:txBody>
      </p:sp>
    </p:spTree>
    <p:extLst>
      <p:ext uri="{BB962C8B-B14F-4D97-AF65-F5344CB8AC3E}">
        <p14:creationId xmlns:p14="http://schemas.microsoft.com/office/powerpoint/2010/main" val="76175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Attribu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323929" y="1007168"/>
            <a:ext cx="11537795" cy="5165035"/>
          </a:xfrm>
        </p:spPr>
        <p:txBody>
          <a:bodyPr anchor="ctr" anchorCtr="0"/>
          <a:lstStyle>
            <a:lvl1pPr marL="0" indent="0">
              <a:buNone/>
              <a:defRPr sz="3600" b="1" baseline="0">
                <a:solidFill>
                  <a:schemeClr val="accent1"/>
                </a:solidFill>
                <a:latin typeface="+mn-lt"/>
                <a:cs typeface="Intel Clear"/>
              </a:defRPr>
            </a:lvl1pPr>
            <a:lvl2pPr marL="417513" indent="-225425">
              <a:spcBef>
                <a:spcPts val="600"/>
              </a:spcBef>
              <a:buFont typeface="Intel Clear" pitchFamily="34" charset="0"/>
              <a:buChar char="–"/>
              <a:defRPr sz="1200" baseline="0">
                <a:latin typeface="+mn-lt"/>
                <a:cs typeface="Intel Clear" panose="020B0604020203020204" pitchFamily="34" charset="0"/>
              </a:defRPr>
            </a:lvl2pPr>
            <a:lvl3pPr marL="685800" indent="-228600">
              <a:spcBef>
                <a:spcPts val="600"/>
              </a:spcBef>
              <a:buFont typeface="Intel Clear" pitchFamily="34" charset="0"/>
              <a:buChar char="–"/>
              <a:defRPr sz="1200">
                <a:latin typeface="+mn-lt"/>
              </a:defRPr>
            </a:lvl3pPr>
            <a:lvl4pPr>
              <a:spcBef>
                <a:spcPts val="600"/>
              </a:spcBef>
              <a:buFont typeface="Intel Clear" pitchFamily="34" charset="0"/>
              <a:buChar char="–"/>
              <a:defRPr sz="1100">
                <a:latin typeface="+mn-lt"/>
              </a:defRPr>
            </a:lvl4pPr>
            <a:lvl5pPr>
              <a:spcBef>
                <a:spcPts val="600"/>
              </a:spcBef>
              <a:buFont typeface="Intel Clear" pitchFamily="34" charset="0"/>
              <a:buChar char="–"/>
              <a:defRPr sz="1050">
                <a:latin typeface="+mn-lt"/>
              </a:defRPr>
            </a:lvl5pPr>
          </a:lstStyle>
          <a:p>
            <a:pPr lvl="0"/>
            <a:r>
              <a:rPr lang="en-US" dirty="0"/>
              <a:t>“36pt Intel Clear Bold Text”</a:t>
            </a:r>
          </a:p>
          <a:p>
            <a:pPr lvl="1"/>
            <a:r>
              <a:rPr lang="en-US" dirty="0"/>
              <a:t>12pt Attribution</a:t>
            </a:r>
          </a:p>
        </p:txBody>
      </p:sp>
      <p:sp>
        <p:nvSpPr>
          <p:cNvPr id="8" name="Title Placeholder 1"/>
          <p:cNvSpPr>
            <a:spLocks noGrp="1"/>
          </p:cNvSpPr>
          <p:nvPr>
            <p:ph type="title"/>
          </p:nvPr>
        </p:nvSpPr>
        <p:spPr>
          <a:xfrm>
            <a:off x="323928" y="362356"/>
            <a:ext cx="11539912" cy="566965"/>
          </a:xfrm>
          <a:prstGeom prst="rect">
            <a:avLst/>
          </a:prstGeom>
        </p:spPr>
        <p:txBody>
          <a:bodyPr vert="horz" wrap="none" lIns="0" tIns="0" rIns="0" bIns="0" rtlCol="0" anchor="t" anchorCtr="0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163136" y="6419405"/>
            <a:ext cx="2844800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800">
                <a:solidFill>
                  <a:schemeClr val="bg1"/>
                </a:solidFill>
                <a:latin typeface="+mn-lt"/>
                <a:cs typeface="Intel Clear"/>
              </a:defRPr>
            </a:lvl1pPr>
          </a:lstStyle>
          <a:p>
            <a:fld id="{2C4CE499-C28D-48B7-BC4E-496C93C03240}" type="slidenum">
              <a:rPr lang="en-US" smtClean="0"/>
              <a:t>‹#›</a:t>
            </a:fld>
            <a:endParaRPr lang="en-US"/>
          </a:p>
        </p:txBody>
      </p:sp>
      <p:sp>
        <p:nvSpPr>
          <p:cNvPr id="10" name="Footer Placeholder 7"/>
          <p:cNvSpPr>
            <a:spLocks noGrp="1"/>
          </p:cNvSpPr>
          <p:nvPr>
            <p:ph type="ftr" sz="quarter" idx="3"/>
          </p:nvPr>
        </p:nvSpPr>
        <p:spPr>
          <a:xfrm>
            <a:off x="4038600" y="6418878"/>
            <a:ext cx="4114800" cy="36618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800"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  <p:sp>
        <p:nvSpPr>
          <p:cNvPr id="11" name="Date Placeholder 6"/>
          <p:cNvSpPr>
            <a:spLocks noGrp="1"/>
          </p:cNvSpPr>
          <p:nvPr>
            <p:ph type="dt" sz="half" idx="2"/>
          </p:nvPr>
        </p:nvSpPr>
        <p:spPr>
          <a:xfrm>
            <a:off x="2279381" y="6418878"/>
            <a:ext cx="1277264" cy="36618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800">
                <a:solidFill>
                  <a:schemeClr val="bg1"/>
                </a:solidFill>
              </a:defRPr>
            </a:lvl1pPr>
          </a:lstStyle>
          <a:p>
            <a:fld id="{71592C5D-46F3-4DB6-908F-5F348B91F595}" type="datetimeFigureOut">
              <a:rPr lang="en-US" smtClean="0"/>
              <a:t>11/13/2025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467687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Hero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607484" y="2979843"/>
            <a:ext cx="10363200" cy="1966912"/>
          </a:xfrm>
        </p:spPr>
        <p:txBody>
          <a:bodyPr anchor="t" anchorCtr="0">
            <a:noAutofit/>
          </a:bodyPr>
          <a:lstStyle>
            <a:lvl1pPr marL="0" indent="0">
              <a:buNone/>
              <a:defRPr sz="4000" b="0" baseline="0">
                <a:solidFill>
                  <a:schemeClr val="accent2"/>
                </a:solidFill>
                <a:latin typeface="Intel Clear"/>
                <a:ea typeface="Intel Clear"/>
                <a:cs typeface="Intel Clear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For content that is not a section, but has a big idea in text only.</a:t>
            </a:r>
          </a:p>
        </p:txBody>
      </p:sp>
      <p:sp>
        <p:nvSpPr>
          <p:cNvPr id="7" name="Title 1"/>
          <p:cNvSpPr>
            <a:spLocks noGrp="1"/>
          </p:cNvSpPr>
          <p:nvPr>
            <p:ph type="title" hasCustomPrompt="1"/>
          </p:nvPr>
        </p:nvSpPr>
        <p:spPr>
          <a:xfrm>
            <a:off x="607484" y="1469060"/>
            <a:ext cx="10363200" cy="1362075"/>
          </a:xfrm>
        </p:spPr>
        <p:txBody>
          <a:bodyPr wrap="square" anchor="b" anchorCtr="0">
            <a:noAutofit/>
          </a:bodyPr>
          <a:lstStyle>
            <a:lvl1pPr algn="l">
              <a:lnSpc>
                <a:spcPct val="80000"/>
              </a:lnSpc>
              <a:defRPr sz="4000" b="0" cap="none" spc="0" baseline="0">
                <a:solidFill>
                  <a:schemeClr val="tx2"/>
                </a:solidFill>
                <a:latin typeface="Intel Clear" panose="020B0604020203020204" pitchFamily="34" charset="0"/>
                <a:ea typeface="Intel Clear" panose="020B0604020203020204" pitchFamily="34" charset="0"/>
                <a:cs typeface="Intel Clear" panose="020B0604020203020204" pitchFamily="34" charset="0"/>
              </a:defRPr>
            </a:lvl1pPr>
          </a:lstStyle>
          <a:p>
            <a:r>
              <a:rPr lang="en-US" dirty="0"/>
              <a:t>40pt Intel Clear Heading</a:t>
            </a:r>
          </a:p>
        </p:txBody>
      </p:sp>
      <p:sp>
        <p:nvSpPr>
          <p:cNvPr id="8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163136" y="6419405"/>
            <a:ext cx="2844800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800">
                <a:solidFill>
                  <a:schemeClr val="bg1"/>
                </a:solidFill>
                <a:latin typeface="+mn-lt"/>
                <a:cs typeface="Intel Clear"/>
              </a:defRPr>
            </a:lvl1pPr>
          </a:lstStyle>
          <a:p>
            <a:fld id="{2C4CE499-C28D-48B7-BC4E-496C93C03240}" type="slidenum">
              <a:rPr lang="en-US" smtClean="0"/>
              <a:t>‹#›</a:t>
            </a:fld>
            <a:endParaRPr lang="en-US"/>
          </a:p>
        </p:txBody>
      </p:sp>
      <p:sp>
        <p:nvSpPr>
          <p:cNvPr id="9" name="Footer Placeholder 7"/>
          <p:cNvSpPr>
            <a:spLocks noGrp="1"/>
          </p:cNvSpPr>
          <p:nvPr>
            <p:ph type="ftr" sz="quarter" idx="3"/>
          </p:nvPr>
        </p:nvSpPr>
        <p:spPr>
          <a:xfrm>
            <a:off x="4038600" y="6418878"/>
            <a:ext cx="4114800" cy="36618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800"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  <p:sp>
        <p:nvSpPr>
          <p:cNvPr id="10" name="Date Placeholder 6"/>
          <p:cNvSpPr>
            <a:spLocks noGrp="1"/>
          </p:cNvSpPr>
          <p:nvPr>
            <p:ph type="dt" sz="half" idx="2"/>
          </p:nvPr>
        </p:nvSpPr>
        <p:spPr>
          <a:xfrm>
            <a:off x="2279381" y="6418878"/>
            <a:ext cx="1277264" cy="36618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800">
                <a:solidFill>
                  <a:schemeClr val="bg1"/>
                </a:solidFill>
              </a:defRPr>
            </a:lvl1pPr>
          </a:lstStyle>
          <a:p>
            <a:fld id="{71592C5D-46F3-4DB6-908F-5F348B91F595}" type="datetimeFigureOut">
              <a:rPr lang="en-US" smtClean="0"/>
              <a:t>11/13/2025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24934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ack Cover DCPAE">
    <p:bg>
      <p:bgPr>
        <a:gradFill flip="none" rotWithShape="1">
          <a:gsLst>
            <a:gs pos="32000">
              <a:schemeClr val="tx2"/>
            </a:gs>
            <a:gs pos="95000">
              <a:srgbClr val="009FDF"/>
            </a:gs>
            <a:gs pos="78000">
              <a:srgbClr val="0071C5"/>
            </a:gs>
          </a:gsLst>
          <a:lin ang="19860000" scaled="0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51187" y="2893926"/>
            <a:ext cx="4881390" cy="10901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821681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ack Cover Intel">
    <p:bg>
      <p:bgPr>
        <a:gradFill flip="none" rotWithShape="1">
          <a:gsLst>
            <a:gs pos="32000">
              <a:schemeClr val="tx2"/>
            </a:gs>
            <a:gs pos="95000">
              <a:srgbClr val="009FDF"/>
            </a:gs>
            <a:gs pos="78000">
              <a:srgbClr val="0071C5"/>
            </a:gs>
          </a:gsLst>
          <a:lin ang="19860000" scaled="0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 descr="\\.psf\Home\Desktop\Intel.pn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36577" y="2500173"/>
            <a:ext cx="2811727" cy="1853184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32358534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1_Blue Section Break">
    <p:bg>
      <p:bgPr>
        <a:gradFill flip="none" rotWithShape="1">
          <a:gsLst>
            <a:gs pos="32000">
              <a:schemeClr val="tx2"/>
            </a:gs>
            <a:gs pos="95000">
              <a:srgbClr val="009FDF"/>
            </a:gs>
            <a:gs pos="78000">
              <a:srgbClr val="0071C5"/>
            </a:gs>
          </a:gsLst>
          <a:lin ang="19860000" scaled="0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607484" y="2810750"/>
            <a:ext cx="10363200" cy="1362075"/>
          </a:xfrm>
        </p:spPr>
        <p:txBody>
          <a:bodyPr anchor="b" anchorCtr="0">
            <a:noAutofit/>
          </a:bodyPr>
          <a:lstStyle>
            <a:lvl1pPr algn="l">
              <a:lnSpc>
                <a:spcPct val="80000"/>
              </a:lnSpc>
              <a:defRPr sz="5400" b="0" cap="none" spc="0" baseline="0">
                <a:solidFill>
                  <a:schemeClr val="bg1">
                    <a:alpha val="90000"/>
                  </a:schemeClr>
                </a:solidFill>
                <a:latin typeface="Intel Clear Pro" panose="020B0804020202060201" pitchFamily="34" charset="0"/>
                <a:cs typeface="Intel Clear Pro" panose="020B0804020202060201" pitchFamily="34" charset="0"/>
              </a:defRPr>
            </a:lvl1pPr>
          </a:lstStyle>
          <a:p>
            <a:r>
              <a:rPr lang="en-US" dirty="0"/>
              <a:t>54pt Intel Clear Pro</a:t>
            </a:r>
            <a:br>
              <a:rPr lang="en-US" dirty="0"/>
            </a:br>
            <a:r>
              <a:rPr lang="en-US" dirty="0"/>
              <a:t>blue section break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607484" y="4321534"/>
            <a:ext cx="10363200" cy="1500187"/>
          </a:xfrm>
        </p:spPr>
        <p:txBody>
          <a:bodyPr anchor="t" anchorCtr="0">
            <a:noAutofit/>
          </a:bodyPr>
          <a:lstStyle>
            <a:lvl1pPr marL="0" indent="0">
              <a:buNone/>
              <a:defRPr sz="1600" b="0" i="0" baseline="0">
                <a:solidFill>
                  <a:srgbClr val="F3D54E"/>
                </a:solidFill>
                <a:latin typeface="Intel Clear"/>
                <a:cs typeface="Intel Clear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16pt Intel Clear Subhead</a:t>
            </a:r>
          </a:p>
        </p:txBody>
      </p:sp>
    </p:spTree>
    <p:extLst>
      <p:ext uri="{BB962C8B-B14F-4D97-AF65-F5344CB8AC3E}">
        <p14:creationId xmlns:p14="http://schemas.microsoft.com/office/powerpoint/2010/main" val="329510654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Slide with Image">
    <p:bg>
      <p:bgPr>
        <a:gradFill>
          <a:gsLst>
            <a:gs pos="30000">
              <a:schemeClr val="tx2"/>
            </a:gs>
            <a:gs pos="100000">
              <a:srgbClr val="009FDF"/>
            </a:gs>
            <a:gs pos="65000">
              <a:srgbClr val="0071C5"/>
            </a:gs>
          </a:gsLst>
          <a:lin ang="1986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icture Placeholder 8"/>
          <p:cNvSpPr>
            <a:spLocks noGrp="1"/>
          </p:cNvSpPr>
          <p:nvPr>
            <p:ph type="pic" sz="quarter" idx="13" hasCustomPrompt="1"/>
          </p:nvPr>
        </p:nvSpPr>
        <p:spPr>
          <a:xfrm>
            <a:off x="0" y="1"/>
            <a:ext cx="12192000" cy="6358467"/>
          </a:xfrm>
          <a:solidFill>
            <a:schemeClr val="bg2">
              <a:lumMod val="60000"/>
              <a:lumOff val="40000"/>
            </a:schemeClr>
          </a:solidFill>
        </p:spPr>
        <p:txBody>
          <a:bodyPr/>
          <a:lstStyle>
            <a:lvl1pPr marL="0" marR="0" indent="0" algn="l" defTabSz="4572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None/>
              <a:tabLst/>
              <a:defRPr baseline="0"/>
            </a:lvl1pPr>
          </a:lstStyle>
          <a:p>
            <a:r>
              <a:rPr lang="en-US" dirty="0"/>
              <a:t>Insert photo here. Drag picture to placeholder or click icon to add.</a:t>
            </a:r>
          </a:p>
        </p:txBody>
      </p:sp>
      <p:pic>
        <p:nvPicPr>
          <p:cNvPr id="9" name="Picture 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602397" y="510893"/>
            <a:ext cx="1664066" cy="1106467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3" name="Title 1"/>
          <p:cNvSpPr>
            <a:spLocks noGrp="1"/>
          </p:cNvSpPr>
          <p:nvPr>
            <p:ph type="ctrTitle" hasCustomPrompt="1"/>
          </p:nvPr>
        </p:nvSpPr>
        <p:spPr>
          <a:xfrm>
            <a:off x="592916" y="3305898"/>
            <a:ext cx="10950515" cy="1470025"/>
          </a:xfrm>
        </p:spPr>
        <p:txBody>
          <a:bodyPr lIns="0" rIns="0" anchor="b" anchorCtr="0">
            <a:noAutofit/>
          </a:bodyPr>
          <a:lstStyle>
            <a:lvl1pPr>
              <a:lnSpc>
                <a:spcPct val="80000"/>
              </a:lnSpc>
              <a:defRPr sz="6500" b="0" spc="0" baseline="0">
                <a:solidFill>
                  <a:schemeClr val="bg1">
                    <a:alpha val="90000"/>
                  </a:schemeClr>
                </a:solidFill>
                <a:latin typeface="Intel Clear Pro" panose="020B0804020202060201" pitchFamily="34" charset="0"/>
                <a:cs typeface="Intel Clear Pro" panose="020B0804020202060201" pitchFamily="34" charset="0"/>
              </a:defRPr>
            </a:lvl1pPr>
          </a:lstStyle>
          <a:p>
            <a:r>
              <a:rPr lang="en-US" dirty="0"/>
              <a:t>65pt Intel Clear pro Title</a:t>
            </a:r>
            <a:br>
              <a:rPr lang="en-US" dirty="0"/>
            </a:br>
            <a:r>
              <a:rPr lang="en-US" dirty="0"/>
              <a:t>with image</a:t>
            </a:r>
          </a:p>
        </p:txBody>
      </p:sp>
      <p:sp>
        <p:nvSpPr>
          <p:cNvPr id="14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607484" y="4657345"/>
            <a:ext cx="8440283" cy="1233813"/>
          </a:xfrm>
        </p:spPr>
        <p:txBody>
          <a:bodyPr lIns="0" rIns="0">
            <a:noAutofit/>
          </a:bodyPr>
          <a:lstStyle>
            <a:lvl1pPr marL="0" indent="0" algn="l">
              <a:buNone/>
              <a:defRPr sz="1600" b="0" i="0" baseline="0">
                <a:solidFill>
                  <a:schemeClr val="accent3"/>
                </a:solidFill>
                <a:latin typeface="Intel Clear"/>
                <a:cs typeface="Intel Clear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16pt Intel Clear Subhead, Date, Etc.</a:t>
            </a:r>
          </a:p>
        </p:txBody>
      </p:sp>
    </p:spTree>
    <p:extLst>
      <p:ext uri="{BB962C8B-B14F-4D97-AF65-F5344CB8AC3E}">
        <p14:creationId xmlns:p14="http://schemas.microsoft.com/office/powerpoint/2010/main" val="21146547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Bullet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4CE499-C28D-48B7-BC4E-496C93C03240}" type="slidenum">
              <a:rPr lang="en-US" smtClean="0"/>
              <a:t>‹#›</a:t>
            </a:fld>
            <a:endParaRPr lang="en-US"/>
          </a:p>
        </p:txBody>
      </p:sp>
      <p:sp>
        <p:nvSpPr>
          <p:cNvPr id="7" name="Title 6"/>
          <p:cNvSpPr>
            <a:spLocks noGrp="1"/>
          </p:cNvSpPr>
          <p:nvPr>
            <p:ph type="title" hasCustomPrompt="1"/>
          </p:nvPr>
        </p:nvSpPr>
        <p:spPr>
          <a:xfrm>
            <a:off x="607484" y="411797"/>
            <a:ext cx="10972800" cy="1158240"/>
          </a:xfrm>
        </p:spPr>
        <p:txBody>
          <a:bodyPr/>
          <a:lstStyle>
            <a:lvl1pPr>
              <a:defRPr b="0" i="0" baseline="0">
                <a:solidFill>
                  <a:schemeClr val="tx2"/>
                </a:solidFill>
                <a:latin typeface="Intel Clear"/>
                <a:cs typeface="Intel Clear"/>
              </a:defRPr>
            </a:lvl1pPr>
          </a:lstStyle>
          <a:p>
            <a:r>
              <a:rPr lang="en-US" dirty="0"/>
              <a:t>28pt Intel Clear Headline</a:t>
            </a:r>
          </a:p>
        </p:txBody>
      </p:sp>
      <p:sp>
        <p:nvSpPr>
          <p:cNvPr id="9" name="Content Placeholder 8"/>
          <p:cNvSpPr>
            <a:spLocks noGrp="1"/>
          </p:cNvSpPr>
          <p:nvPr>
            <p:ph sz="quarter" idx="13" hasCustomPrompt="1"/>
          </p:nvPr>
        </p:nvSpPr>
        <p:spPr>
          <a:xfrm>
            <a:off x="607484" y="1604434"/>
            <a:ext cx="10970683" cy="4567767"/>
          </a:xfrm>
        </p:spPr>
        <p:txBody>
          <a:bodyPr/>
          <a:lstStyle>
            <a:lvl1pPr>
              <a:defRPr>
                <a:solidFill>
                  <a:srgbClr val="0071C5"/>
                </a:solidFill>
              </a:defRPr>
            </a:lvl1pPr>
            <a:lvl2pPr>
              <a:defRPr sz="1800">
                <a:solidFill>
                  <a:schemeClr val="tx2"/>
                </a:solidFill>
              </a:defRPr>
            </a:lvl2pPr>
            <a:lvl3pPr>
              <a:defRPr sz="1800">
                <a:solidFill>
                  <a:schemeClr val="tx2"/>
                </a:solidFill>
              </a:defRPr>
            </a:lvl3pPr>
            <a:lvl4pPr>
              <a:defRPr sz="1600"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US" dirty="0"/>
              <a:t>18pt Intel Clear body text</a:t>
            </a:r>
          </a:p>
          <a:p>
            <a:pPr lvl="1"/>
            <a:r>
              <a:rPr lang="en-US" dirty="0"/>
              <a:t>18pt Intel Clear bullet one</a:t>
            </a:r>
          </a:p>
          <a:p>
            <a:pPr lvl="2"/>
            <a:r>
              <a:rPr lang="en-US" dirty="0"/>
              <a:t>18pt Intel Clear sub-bullet</a:t>
            </a:r>
          </a:p>
          <a:p>
            <a:pPr lvl="3"/>
            <a:r>
              <a:rPr lang="en-US" dirty="0"/>
              <a:t>16pt Intel Clear fourth level</a:t>
            </a:r>
          </a:p>
          <a:p>
            <a:pPr lvl="4"/>
            <a:r>
              <a:rPr lang="en-US" dirty="0" err="1"/>
              <a:t>14pt</a:t>
            </a:r>
            <a:r>
              <a:rPr lang="en-US" dirty="0"/>
              <a:t> Intel Clear fifth level</a:t>
            </a:r>
          </a:p>
        </p:txBody>
      </p:sp>
    </p:spTree>
    <p:extLst>
      <p:ext uri="{BB962C8B-B14F-4D97-AF65-F5344CB8AC3E}">
        <p14:creationId xmlns:p14="http://schemas.microsoft.com/office/powerpoint/2010/main" val="264423745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Content with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4CE499-C28D-48B7-BC4E-496C93C03240}" type="slidenum">
              <a:rPr lang="en-US" smtClean="0"/>
              <a:t>‹#›</a:t>
            </a:fld>
            <a:endParaRPr lang="en-US"/>
          </a:p>
        </p:txBody>
      </p:sp>
      <p:sp>
        <p:nvSpPr>
          <p:cNvPr id="15" name="Content Placeholder 2"/>
          <p:cNvSpPr>
            <a:spLocks noGrp="1"/>
          </p:cNvSpPr>
          <p:nvPr>
            <p:ph sz="half" idx="1" hasCustomPrompt="1"/>
          </p:nvPr>
        </p:nvSpPr>
        <p:spPr>
          <a:xfrm>
            <a:off x="607485" y="1604434"/>
            <a:ext cx="5342468" cy="4567767"/>
          </a:xfrm>
        </p:spPr>
        <p:txBody>
          <a:bodyPr vert="horz" lIns="0" tIns="0" rIns="0" bIns="0" rtlCol="0">
            <a:noAutofit/>
          </a:bodyPr>
          <a:lstStyle>
            <a:lvl1pPr>
              <a:defRPr lang="en-US" dirty="0" smtClean="0"/>
            </a:lvl1pPr>
            <a:lvl2pPr>
              <a:defRPr lang="en-US" dirty="0" smtClean="0">
                <a:solidFill>
                  <a:schemeClr val="tx2"/>
                </a:solidFill>
              </a:defRPr>
            </a:lvl2pPr>
            <a:lvl3pPr>
              <a:defRPr lang="en-US" sz="1400" dirty="0" smtClean="0">
                <a:solidFill>
                  <a:schemeClr val="tx2"/>
                </a:solidFill>
              </a:defRPr>
            </a:lvl3pPr>
            <a:lvl4pPr>
              <a:defRPr lang="en-US" sz="1200" dirty="0" smtClean="0">
                <a:solidFill>
                  <a:schemeClr val="tx2"/>
                </a:solidFill>
              </a:defRPr>
            </a:lvl4pPr>
            <a:lvl5pPr>
              <a:defRPr lang="en-US" sz="1200" dirty="0">
                <a:solidFill>
                  <a:schemeClr val="tx2"/>
                </a:solidFill>
              </a:defRPr>
            </a:lvl5pPr>
          </a:lstStyle>
          <a:p>
            <a:pPr marR="0" lvl="0" fontAlgn="auto">
              <a:lnSpc>
                <a:spcPct val="100000"/>
              </a:lnSpc>
              <a:buClrTx/>
              <a:buSzTx/>
              <a:tabLst/>
            </a:pPr>
            <a:r>
              <a:rPr lang="en-US" dirty="0"/>
              <a:t>18pt Intel Clear body text</a:t>
            </a:r>
          </a:p>
          <a:p>
            <a:pPr marR="0" lvl="1" fontAlgn="auto">
              <a:lnSpc>
                <a:spcPct val="100000"/>
              </a:lnSpc>
              <a:spcAft>
                <a:spcPts val="0"/>
              </a:spcAft>
              <a:buClrTx/>
              <a:buSzTx/>
              <a:tabLst/>
            </a:pPr>
            <a:r>
              <a:rPr lang="en-US" dirty="0"/>
              <a:t>16pt Intel Clear bullet one</a:t>
            </a:r>
          </a:p>
          <a:p>
            <a:pPr lvl="2"/>
            <a:r>
              <a:rPr lang="en-US" dirty="0" err="1"/>
              <a:t>14pt</a:t>
            </a:r>
            <a:r>
              <a:rPr lang="en-US" dirty="0"/>
              <a:t> Intel Clear third level</a:t>
            </a:r>
          </a:p>
          <a:p>
            <a:pPr lvl="3"/>
            <a:r>
              <a:rPr lang="en-US" dirty="0" err="1"/>
              <a:t>12pt</a:t>
            </a:r>
            <a:r>
              <a:rPr lang="en-US" dirty="0"/>
              <a:t> Intel Clear fourth level</a:t>
            </a:r>
          </a:p>
          <a:p>
            <a:pPr lvl="4"/>
            <a:r>
              <a:rPr lang="en-US" dirty="0" err="1"/>
              <a:t>12pt</a:t>
            </a:r>
            <a:r>
              <a:rPr lang="en-US" dirty="0"/>
              <a:t> Intel Clear fifth level</a:t>
            </a:r>
          </a:p>
        </p:txBody>
      </p:sp>
      <p:sp>
        <p:nvSpPr>
          <p:cNvPr id="8" name="Title 6"/>
          <p:cNvSpPr>
            <a:spLocks noGrp="1"/>
          </p:cNvSpPr>
          <p:nvPr>
            <p:ph type="title" hasCustomPrompt="1"/>
          </p:nvPr>
        </p:nvSpPr>
        <p:spPr>
          <a:xfrm>
            <a:off x="607484" y="411797"/>
            <a:ext cx="10972800" cy="1158240"/>
          </a:xfrm>
        </p:spPr>
        <p:txBody>
          <a:bodyPr/>
          <a:lstStyle>
            <a:lvl1pPr>
              <a:defRPr b="0" i="0" baseline="0">
                <a:solidFill>
                  <a:schemeClr val="tx2"/>
                </a:solidFill>
                <a:latin typeface="Intel Clear"/>
                <a:cs typeface="Intel Clear"/>
              </a:defRPr>
            </a:lvl1pPr>
          </a:lstStyle>
          <a:p>
            <a:r>
              <a:rPr lang="en-US" dirty="0"/>
              <a:t>28pt Intel Clear Headline</a:t>
            </a:r>
          </a:p>
        </p:txBody>
      </p:sp>
      <p:sp>
        <p:nvSpPr>
          <p:cNvPr id="9" name="Picture Placeholder 8"/>
          <p:cNvSpPr>
            <a:spLocks noGrp="1"/>
          </p:cNvSpPr>
          <p:nvPr>
            <p:ph type="pic" sz="quarter" idx="13"/>
          </p:nvPr>
        </p:nvSpPr>
        <p:spPr>
          <a:xfrm>
            <a:off x="6441018" y="1257908"/>
            <a:ext cx="4241497" cy="2227933"/>
          </a:xfrm>
          <a:solidFill>
            <a:schemeClr val="bg2">
              <a:lumMod val="60000"/>
              <a:lumOff val="40000"/>
            </a:schemeClr>
          </a:solidFill>
        </p:spPr>
        <p:txBody>
          <a:bodyPr/>
          <a:lstStyle>
            <a:lvl1pPr>
              <a:defRPr sz="1800">
                <a:latin typeface="Intel Clear"/>
              </a:defRPr>
            </a:lvl1pPr>
          </a:lstStyle>
          <a:p>
            <a:r>
              <a:rPr lang="en-US" sz="1100">
                <a:latin typeface="Arial"/>
              </a:rPr>
              <a:t>Click icon to add picture</a:t>
            </a:r>
            <a:endParaRPr lang="en-US" sz="1100" dirty="0">
              <a:latin typeface="Arial"/>
            </a:endParaRPr>
          </a:p>
        </p:txBody>
      </p:sp>
      <p:sp>
        <p:nvSpPr>
          <p:cNvPr id="10" name="Picture Placeholder 8"/>
          <p:cNvSpPr>
            <a:spLocks noGrp="1"/>
          </p:cNvSpPr>
          <p:nvPr>
            <p:ph type="pic" sz="quarter" idx="14"/>
          </p:nvPr>
        </p:nvSpPr>
        <p:spPr>
          <a:xfrm>
            <a:off x="6441018" y="3791864"/>
            <a:ext cx="4241497" cy="2227933"/>
          </a:xfrm>
          <a:solidFill>
            <a:schemeClr val="bg2">
              <a:lumMod val="60000"/>
              <a:lumOff val="40000"/>
            </a:schemeClr>
          </a:solidFill>
        </p:spPr>
        <p:txBody>
          <a:bodyPr/>
          <a:lstStyle>
            <a:lvl1pPr>
              <a:defRPr sz="1800">
                <a:latin typeface="Intel Clear"/>
              </a:defRPr>
            </a:lvl1pPr>
          </a:lstStyle>
          <a:p>
            <a:r>
              <a:rPr lang="en-US" sz="1100">
                <a:latin typeface="Arial"/>
              </a:rPr>
              <a:t>Click icon to add picture</a:t>
            </a:r>
            <a:endParaRPr lang="en-US" sz="1100" dirty="0"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08362484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4CE499-C28D-48B7-BC4E-496C93C03240}" type="slidenum">
              <a:rPr lang="en-US" smtClean="0"/>
              <a:t>‹#›</a:t>
            </a:fld>
            <a:endParaRPr lang="en-US"/>
          </a:p>
        </p:txBody>
      </p:sp>
      <p:sp>
        <p:nvSpPr>
          <p:cNvPr id="15" name="Content Placeholder 2"/>
          <p:cNvSpPr>
            <a:spLocks noGrp="1"/>
          </p:cNvSpPr>
          <p:nvPr>
            <p:ph sz="half" idx="1" hasCustomPrompt="1"/>
          </p:nvPr>
        </p:nvSpPr>
        <p:spPr>
          <a:xfrm>
            <a:off x="607485" y="1604434"/>
            <a:ext cx="5342468" cy="4567767"/>
          </a:xfrm>
        </p:spPr>
        <p:txBody>
          <a:bodyPr vert="horz" lIns="0" tIns="0" rIns="0" bIns="0" rtlCol="0">
            <a:noAutofit/>
          </a:bodyPr>
          <a:lstStyle>
            <a:lvl1pPr>
              <a:defRPr lang="en-US" dirty="0" smtClean="0"/>
            </a:lvl1pPr>
            <a:lvl2pPr>
              <a:defRPr lang="en-US" dirty="0" smtClean="0">
                <a:solidFill>
                  <a:schemeClr val="tx2"/>
                </a:solidFill>
              </a:defRPr>
            </a:lvl2pPr>
            <a:lvl3pPr>
              <a:defRPr lang="en-US" sz="1400" dirty="0" smtClean="0">
                <a:solidFill>
                  <a:schemeClr val="tx2"/>
                </a:solidFill>
              </a:defRPr>
            </a:lvl3pPr>
            <a:lvl4pPr>
              <a:defRPr lang="en-US" sz="1200" dirty="0" smtClean="0">
                <a:solidFill>
                  <a:schemeClr val="tx2"/>
                </a:solidFill>
              </a:defRPr>
            </a:lvl4pPr>
            <a:lvl5pPr>
              <a:defRPr lang="en-US" sz="1200" dirty="0">
                <a:solidFill>
                  <a:schemeClr val="tx2"/>
                </a:solidFill>
              </a:defRPr>
            </a:lvl5pPr>
          </a:lstStyle>
          <a:p>
            <a:pPr marR="0" lvl="0" fontAlgn="auto">
              <a:lnSpc>
                <a:spcPct val="100000"/>
              </a:lnSpc>
              <a:buClrTx/>
              <a:buSzTx/>
              <a:tabLst/>
            </a:pPr>
            <a:r>
              <a:rPr lang="en-US" dirty="0"/>
              <a:t>18pt Intel Clear body text</a:t>
            </a:r>
          </a:p>
          <a:p>
            <a:pPr marR="0" lvl="1" fontAlgn="auto">
              <a:lnSpc>
                <a:spcPct val="100000"/>
              </a:lnSpc>
              <a:spcAft>
                <a:spcPts val="0"/>
              </a:spcAft>
              <a:buClrTx/>
              <a:buSzTx/>
              <a:tabLst/>
            </a:pPr>
            <a:r>
              <a:rPr lang="en-US" dirty="0"/>
              <a:t>16pt Intel Clear bullet one</a:t>
            </a:r>
          </a:p>
          <a:p>
            <a:pPr lvl="2"/>
            <a:r>
              <a:rPr lang="en-US" dirty="0" err="1"/>
              <a:t>14pt</a:t>
            </a:r>
            <a:r>
              <a:rPr lang="en-US" dirty="0"/>
              <a:t> Intel Clear third level</a:t>
            </a:r>
          </a:p>
          <a:p>
            <a:pPr lvl="3"/>
            <a:r>
              <a:rPr lang="en-US" dirty="0" err="1"/>
              <a:t>12pt</a:t>
            </a:r>
            <a:r>
              <a:rPr lang="en-US" dirty="0"/>
              <a:t> Intel Clear fourth level</a:t>
            </a:r>
          </a:p>
          <a:p>
            <a:pPr lvl="4"/>
            <a:r>
              <a:rPr lang="en-US" dirty="0" err="1"/>
              <a:t>12pt</a:t>
            </a:r>
            <a:r>
              <a:rPr lang="en-US" dirty="0"/>
              <a:t> Intel Clear fifth level</a:t>
            </a:r>
          </a:p>
        </p:txBody>
      </p:sp>
      <p:sp>
        <p:nvSpPr>
          <p:cNvPr id="16" name="Content Placeholder 2"/>
          <p:cNvSpPr>
            <a:spLocks noGrp="1"/>
          </p:cNvSpPr>
          <p:nvPr>
            <p:ph sz="half" idx="13" hasCustomPrompt="1"/>
          </p:nvPr>
        </p:nvSpPr>
        <p:spPr>
          <a:xfrm>
            <a:off x="6237818" y="1604434"/>
            <a:ext cx="5340352" cy="4567767"/>
          </a:xfrm>
        </p:spPr>
        <p:txBody>
          <a:bodyPr vert="horz" lIns="0" tIns="0" rIns="0" bIns="0" rtlCol="0">
            <a:noAutofit/>
          </a:bodyPr>
          <a:lstStyle>
            <a:lvl1pPr>
              <a:defRPr lang="en-US" dirty="0" smtClean="0"/>
            </a:lvl1pPr>
            <a:lvl2pPr>
              <a:defRPr lang="en-US" dirty="0" smtClean="0">
                <a:solidFill>
                  <a:schemeClr val="tx2"/>
                </a:solidFill>
              </a:defRPr>
            </a:lvl2pPr>
            <a:lvl3pPr>
              <a:defRPr lang="en-US" sz="1400" dirty="0" smtClean="0">
                <a:solidFill>
                  <a:schemeClr val="tx2"/>
                </a:solidFill>
              </a:defRPr>
            </a:lvl3pPr>
            <a:lvl4pPr>
              <a:defRPr lang="en-US" sz="1200" dirty="0" smtClean="0">
                <a:solidFill>
                  <a:schemeClr val="tx2"/>
                </a:solidFill>
              </a:defRPr>
            </a:lvl4pPr>
            <a:lvl5pPr>
              <a:defRPr lang="en-US" sz="1200" dirty="0">
                <a:solidFill>
                  <a:schemeClr val="tx2"/>
                </a:solidFill>
              </a:defRPr>
            </a:lvl5pPr>
          </a:lstStyle>
          <a:p>
            <a:pPr marR="0" lvl="0" fontAlgn="auto">
              <a:lnSpc>
                <a:spcPct val="100000"/>
              </a:lnSpc>
              <a:buClrTx/>
              <a:buSzTx/>
              <a:tabLst/>
            </a:pPr>
            <a:r>
              <a:rPr lang="en-US" dirty="0"/>
              <a:t>18pt Intel Clear body text</a:t>
            </a:r>
          </a:p>
          <a:p>
            <a:pPr marR="0" lvl="1" fontAlgn="auto">
              <a:lnSpc>
                <a:spcPct val="100000"/>
              </a:lnSpc>
              <a:spcAft>
                <a:spcPts val="0"/>
              </a:spcAft>
              <a:buClrTx/>
              <a:buSzTx/>
              <a:tabLst/>
            </a:pPr>
            <a:r>
              <a:rPr lang="en-US" dirty="0"/>
              <a:t>16pt Intel Clear bullet one</a:t>
            </a:r>
          </a:p>
          <a:p>
            <a:pPr lvl="2"/>
            <a:r>
              <a:rPr lang="en-US" dirty="0" err="1"/>
              <a:t>14pt</a:t>
            </a:r>
            <a:r>
              <a:rPr lang="en-US" dirty="0"/>
              <a:t> Intel Clear third level</a:t>
            </a:r>
          </a:p>
          <a:p>
            <a:pPr lvl="3"/>
            <a:r>
              <a:rPr lang="en-US" dirty="0" err="1"/>
              <a:t>12pt</a:t>
            </a:r>
            <a:r>
              <a:rPr lang="en-US" dirty="0"/>
              <a:t> Intel Clear fourth level</a:t>
            </a:r>
          </a:p>
          <a:p>
            <a:pPr lvl="4"/>
            <a:r>
              <a:rPr lang="en-US" dirty="0" err="1"/>
              <a:t>12pt</a:t>
            </a:r>
            <a:r>
              <a:rPr lang="en-US" dirty="0"/>
              <a:t> Intel Clear fifth level</a:t>
            </a:r>
          </a:p>
        </p:txBody>
      </p:sp>
      <p:sp>
        <p:nvSpPr>
          <p:cNvPr id="8" name="Title 6"/>
          <p:cNvSpPr>
            <a:spLocks noGrp="1"/>
          </p:cNvSpPr>
          <p:nvPr>
            <p:ph type="title" hasCustomPrompt="1"/>
          </p:nvPr>
        </p:nvSpPr>
        <p:spPr>
          <a:xfrm>
            <a:off x="607484" y="411797"/>
            <a:ext cx="10972800" cy="1158240"/>
          </a:xfrm>
        </p:spPr>
        <p:txBody>
          <a:bodyPr/>
          <a:lstStyle>
            <a:lvl1pPr>
              <a:defRPr b="0" i="0" baseline="0">
                <a:solidFill>
                  <a:schemeClr val="tx2"/>
                </a:solidFill>
                <a:latin typeface="Intel Clear"/>
                <a:cs typeface="Intel Clear"/>
              </a:defRPr>
            </a:lvl1pPr>
          </a:lstStyle>
          <a:p>
            <a:r>
              <a:rPr lang="en-US" dirty="0"/>
              <a:t>28pt Intel Clear Headline</a:t>
            </a:r>
          </a:p>
        </p:txBody>
      </p:sp>
    </p:spTree>
    <p:extLst>
      <p:ext uri="{BB962C8B-B14F-4D97-AF65-F5344CB8AC3E}">
        <p14:creationId xmlns:p14="http://schemas.microsoft.com/office/powerpoint/2010/main" val="4190438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Quote with Attribu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607486" y="1604434"/>
            <a:ext cx="10970684" cy="4567767"/>
          </a:xfrm>
        </p:spPr>
        <p:txBody>
          <a:bodyPr anchor="ctr" anchorCtr="0"/>
          <a:lstStyle>
            <a:lvl1pPr marL="190500" indent="-190500">
              <a:defRPr sz="3600" b="1" baseline="0">
                <a:solidFill>
                  <a:schemeClr val="accent1"/>
                </a:solidFill>
                <a:latin typeface="+mn-lt"/>
                <a:cs typeface="Intel Clear"/>
              </a:defRPr>
            </a:lvl1pPr>
            <a:lvl2pPr marL="417513" indent="-225425">
              <a:buFont typeface="Intel Clear" pitchFamily="34" charset="0"/>
              <a:buChar char="–"/>
              <a:defRPr sz="1200" baseline="0">
                <a:latin typeface="+mn-lt"/>
                <a:cs typeface="Intel Clear" panose="020B0604020203020204" pitchFamily="34" charset="0"/>
              </a:defRPr>
            </a:lvl2pPr>
            <a:lvl3pPr marL="685800" indent="-228600">
              <a:buFont typeface="Intel Clear" pitchFamily="34" charset="0"/>
              <a:buChar char="–"/>
              <a:defRPr sz="1200">
                <a:latin typeface="+mn-lt"/>
              </a:defRPr>
            </a:lvl3pPr>
            <a:lvl4pPr>
              <a:buFont typeface="Intel Clear" pitchFamily="34" charset="0"/>
              <a:buChar char="–"/>
              <a:defRPr sz="1100">
                <a:latin typeface="+mn-lt"/>
              </a:defRPr>
            </a:lvl4pPr>
            <a:lvl5pPr>
              <a:buFont typeface="Intel Clear" pitchFamily="34" charset="0"/>
              <a:buChar char="–"/>
              <a:defRPr sz="1050">
                <a:latin typeface="+mn-lt"/>
              </a:defRPr>
            </a:lvl5pPr>
          </a:lstStyle>
          <a:p>
            <a:pPr lvl="0"/>
            <a:r>
              <a:rPr lang="en-US" dirty="0"/>
              <a:t>“36pt Intel Clear Bold Text”</a:t>
            </a:r>
          </a:p>
          <a:p>
            <a:pPr lvl="1"/>
            <a:r>
              <a:rPr lang="en-US" dirty="0" err="1"/>
              <a:t>12pt</a:t>
            </a:r>
            <a:r>
              <a:rPr lang="en-US" dirty="0"/>
              <a:t> Attribution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4CE499-C28D-48B7-BC4E-496C93C03240}" type="slidenum">
              <a:rPr lang="en-US" smtClean="0"/>
              <a:t>‹#›</a:t>
            </a:fld>
            <a:endParaRPr lang="en-US"/>
          </a:p>
        </p:txBody>
      </p:sp>
      <p:sp>
        <p:nvSpPr>
          <p:cNvPr id="7" name="Title 6"/>
          <p:cNvSpPr>
            <a:spLocks noGrp="1"/>
          </p:cNvSpPr>
          <p:nvPr>
            <p:ph type="title" hasCustomPrompt="1"/>
          </p:nvPr>
        </p:nvSpPr>
        <p:spPr>
          <a:xfrm>
            <a:off x="607484" y="411797"/>
            <a:ext cx="10972800" cy="1158240"/>
          </a:xfrm>
        </p:spPr>
        <p:txBody>
          <a:bodyPr/>
          <a:lstStyle>
            <a:lvl1pPr>
              <a:defRPr b="0" i="0" baseline="0">
                <a:solidFill>
                  <a:schemeClr val="tx2"/>
                </a:solidFill>
                <a:latin typeface="Intel Clear"/>
                <a:cs typeface="Intel Clear"/>
              </a:defRPr>
            </a:lvl1pPr>
          </a:lstStyle>
          <a:p>
            <a:r>
              <a:rPr lang="en-US" dirty="0"/>
              <a:t>28pt Intel Clear Headline</a:t>
            </a:r>
          </a:p>
        </p:txBody>
      </p:sp>
    </p:spTree>
    <p:extLst>
      <p:ext uri="{BB962C8B-B14F-4D97-AF65-F5344CB8AC3E}">
        <p14:creationId xmlns:p14="http://schemas.microsoft.com/office/powerpoint/2010/main" val="3230334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Full Bleed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8"/>
          <p:cNvSpPr>
            <a:spLocks noGrp="1"/>
          </p:cNvSpPr>
          <p:nvPr>
            <p:ph type="pic" sz="quarter" idx="13" hasCustomPrompt="1"/>
          </p:nvPr>
        </p:nvSpPr>
        <p:spPr>
          <a:xfrm>
            <a:off x="0" y="1"/>
            <a:ext cx="12192000" cy="6358467"/>
          </a:xfrm>
          <a:solidFill>
            <a:schemeClr val="bg2">
              <a:lumMod val="60000"/>
              <a:lumOff val="40000"/>
            </a:schemeClr>
          </a:solidFill>
        </p:spPr>
        <p:txBody>
          <a:bodyPr/>
          <a:lstStyle>
            <a:lvl1pPr marL="0" marR="0" indent="0" algn="l" defTabSz="4572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None/>
              <a:tabLst/>
              <a:defRPr baseline="0"/>
            </a:lvl1pPr>
          </a:lstStyle>
          <a:p>
            <a:r>
              <a:rPr lang="en-US" dirty="0"/>
              <a:t>Insert photo here. Drag picture to placeholder or click icon to add.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163136" y="6432517"/>
            <a:ext cx="2844800" cy="365125"/>
          </a:xfrm>
        </p:spPr>
        <p:txBody>
          <a:bodyPr/>
          <a:lstStyle/>
          <a:p>
            <a:fld id="{2C4CE499-C28D-48B7-BC4E-496C93C03240}" type="slidenum">
              <a:rPr lang="en-US" smtClean="0"/>
              <a:t>‹#›</a:t>
            </a:fld>
            <a:endParaRPr lang="en-US"/>
          </a:p>
        </p:txBody>
      </p:sp>
      <p:sp>
        <p:nvSpPr>
          <p:cNvPr id="7" name="Title 6"/>
          <p:cNvSpPr>
            <a:spLocks noGrp="1"/>
          </p:cNvSpPr>
          <p:nvPr>
            <p:ph type="title" hasCustomPrompt="1"/>
          </p:nvPr>
        </p:nvSpPr>
        <p:spPr>
          <a:xfrm>
            <a:off x="607484" y="411797"/>
            <a:ext cx="10972800" cy="1158240"/>
          </a:xfrm>
        </p:spPr>
        <p:txBody>
          <a:bodyPr/>
          <a:lstStyle>
            <a:lvl1pPr>
              <a:defRPr b="0" i="0" baseline="0">
                <a:solidFill>
                  <a:schemeClr val="tx2"/>
                </a:solidFill>
                <a:latin typeface="Intel Clear"/>
                <a:cs typeface="Intel Clear"/>
              </a:defRPr>
            </a:lvl1pPr>
          </a:lstStyle>
          <a:p>
            <a:r>
              <a:rPr lang="en-US" dirty="0"/>
              <a:t>28pt Intel Clear Headline</a:t>
            </a:r>
          </a:p>
        </p:txBody>
      </p:sp>
    </p:spTree>
    <p:extLst>
      <p:ext uri="{BB962C8B-B14F-4D97-AF65-F5344CB8AC3E}">
        <p14:creationId xmlns:p14="http://schemas.microsoft.com/office/powerpoint/2010/main" val="9124304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Text and Bottom Half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8"/>
          <p:cNvSpPr>
            <a:spLocks noGrp="1"/>
          </p:cNvSpPr>
          <p:nvPr>
            <p:ph type="pic" sz="quarter" idx="13" hasCustomPrompt="1"/>
          </p:nvPr>
        </p:nvSpPr>
        <p:spPr>
          <a:xfrm>
            <a:off x="0" y="3432175"/>
            <a:ext cx="12192000" cy="2926292"/>
          </a:xfrm>
          <a:solidFill>
            <a:schemeClr val="bg2">
              <a:lumMod val="60000"/>
              <a:lumOff val="40000"/>
            </a:schemeClr>
          </a:solidFill>
        </p:spPr>
        <p:txBody>
          <a:bodyPr/>
          <a:lstStyle>
            <a:lvl1pPr marL="0" marR="0" indent="0" algn="l" defTabSz="4572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None/>
              <a:tabLst/>
              <a:defRPr baseline="0"/>
            </a:lvl1pPr>
          </a:lstStyle>
          <a:p>
            <a:r>
              <a:rPr lang="en-US" dirty="0"/>
              <a:t>Insert photo here. Drag picture to placeholder or click icon to add.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163136" y="6432517"/>
            <a:ext cx="2844800" cy="365125"/>
          </a:xfrm>
        </p:spPr>
        <p:txBody>
          <a:bodyPr/>
          <a:lstStyle/>
          <a:p>
            <a:fld id="{2C4CE499-C28D-48B7-BC4E-496C93C03240}" type="slidenum">
              <a:rPr lang="en-US" smtClean="0"/>
              <a:t>‹#›</a:t>
            </a:fld>
            <a:endParaRPr lang="en-US"/>
          </a:p>
        </p:txBody>
      </p:sp>
      <p:sp>
        <p:nvSpPr>
          <p:cNvPr id="18" name="Content Placeholder 2"/>
          <p:cNvSpPr>
            <a:spLocks noGrp="1"/>
          </p:cNvSpPr>
          <p:nvPr>
            <p:ph sz="half" idx="1" hasCustomPrompt="1"/>
          </p:nvPr>
        </p:nvSpPr>
        <p:spPr>
          <a:xfrm>
            <a:off x="607485" y="1604433"/>
            <a:ext cx="5342468" cy="1745720"/>
          </a:xfrm>
        </p:spPr>
        <p:txBody>
          <a:bodyPr vert="horz" lIns="0" tIns="0" rIns="0" bIns="0" rtlCol="0">
            <a:noAutofit/>
          </a:bodyPr>
          <a:lstStyle>
            <a:lvl1pPr>
              <a:defRPr lang="en-US" dirty="0" smtClean="0"/>
            </a:lvl1pPr>
            <a:lvl2pPr>
              <a:defRPr lang="en-US" dirty="0" smtClean="0">
                <a:solidFill>
                  <a:schemeClr val="tx2"/>
                </a:solidFill>
              </a:defRPr>
            </a:lvl2pPr>
            <a:lvl3pPr>
              <a:defRPr lang="en-US" sz="1400" dirty="0" smtClean="0">
                <a:solidFill>
                  <a:schemeClr val="tx2"/>
                </a:solidFill>
              </a:defRPr>
            </a:lvl3pPr>
            <a:lvl4pPr>
              <a:defRPr lang="en-US" sz="1200" dirty="0" smtClean="0">
                <a:solidFill>
                  <a:schemeClr val="tx2"/>
                </a:solidFill>
              </a:defRPr>
            </a:lvl4pPr>
            <a:lvl5pPr>
              <a:defRPr lang="en-US" sz="1200" dirty="0">
                <a:solidFill>
                  <a:schemeClr val="tx2"/>
                </a:solidFill>
              </a:defRPr>
            </a:lvl5pPr>
          </a:lstStyle>
          <a:p>
            <a:pPr marR="0" lvl="0" fontAlgn="auto">
              <a:lnSpc>
                <a:spcPct val="100000"/>
              </a:lnSpc>
              <a:buClrTx/>
              <a:buSzTx/>
              <a:tabLst/>
            </a:pPr>
            <a:r>
              <a:rPr lang="en-US" dirty="0"/>
              <a:t>18pt Intel Clear body text</a:t>
            </a:r>
          </a:p>
          <a:p>
            <a:pPr marR="0" lvl="1" fontAlgn="auto">
              <a:lnSpc>
                <a:spcPct val="100000"/>
              </a:lnSpc>
              <a:spcAft>
                <a:spcPts val="0"/>
              </a:spcAft>
              <a:buClrTx/>
              <a:buSzTx/>
              <a:tabLst/>
            </a:pPr>
            <a:r>
              <a:rPr lang="en-US" dirty="0"/>
              <a:t>16pt Intel Clear bullet one</a:t>
            </a:r>
          </a:p>
          <a:p>
            <a:pPr lvl="2"/>
            <a:r>
              <a:rPr lang="en-US" dirty="0" err="1"/>
              <a:t>14pt</a:t>
            </a:r>
            <a:r>
              <a:rPr lang="en-US" dirty="0"/>
              <a:t> Intel Clear third level</a:t>
            </a:r>
          </a:p>
          <a:p>
            <a:pPr lvl="3"/>
            <a:r>
              <a:rPr lang="en-US" dirty="0" err="1"/>
              <a:t>12pt</a:t>
            </a:r>
            <a:r>
              <a:rPr lang="en-US" dirty="0"/>
              <a:t> Intel Clear fourth level</a:t>
            </a:r>
          </a:p>
          <a:p>
            <a:pPr lvl="4"/>
            <a:r>
              <a:rPr lang="en-US" dirty="0" err="1"/>
              <a:t>12pt</a:t>
            </a:r>
            <a:r>
              <a:rPr lang="en-US" dirty="0"/>
              <a:t> Intel Clear fifth level</a:t>
            </a:r>
          </a:p>
        </p:txBody>
      </p:sp>
      <p:sp>
        <p:nvSpPr>
          <p:cNvPr id="19" name="Content Placeholder 2"/>
          <p:cNvSpPr>
            <a:spLocks noGrp="1"/>
          </p:cNvSpPr>
          <p:nvPr>
            <p:ph sz="half" idx="15" hasCustomPrompt="1"/>
          </p:nvPr>
        </p:nvSpPr>
        <p:spPr>
          <a:xfrm>
            <a:off x="6237818" y="1604433"/>
            <a:ext cx="5340352" cy="1745720"/>
          </a:xfrm>
        </p:spPr>
        <p:txBody>
          <a:bodyPr vert="horz" lIns="0" tIns="0" rIns="0" bIns="0" rtlCol="0">
            <a:noAutofit/>
          </a:bodyPr>
          <a:lstStyle>
            <a:lvl1pPr>
              <a:defRPr lang="en-US" dirty="0" smtClean="0"/>
            </a:lvl1pPr>
            <a:lvl2pPr>
              <a:defRPr lang="en-US" dirty="0" smtClean="0">
                <a:solidFill>
                  <a:schemeClr val="tx2"/>
                </a:solidFill>
              </a:defRPr>
            </a:lvl2pPr>
            <a:lvl3pPr>
              <a:defRPr lang="en-US" sz="1400" dirty="0" smtClean="0">
                <a:solidFill>
                  <a:schemeClr val="tx2"/>
                </a:solidFill>
              </a:defRPr>
            </a:lvl3pPr>
            <a:lvl4pPr>
              <a:defRPr lang="en-US" sz="1200" dirty="0" smtClean="0">
                <a:solidFill>
                  <a:schemeClr val="tx2"/>
                </a:solidFill>
              </a:defRPr>
            </a:lvl4pPr>
            <a:lvl5pPr>
              <a:defRPr lang="en-US" sz="1200" dirty="0">
                <a:solidFill>
                  <a:schemeClr val="tx2"/>
                </a:solidFill>
              </a:defRPr>
            </a:lvl5pPr>
          </a:lstStyle>
          <a:p>
            <a:pPr marR="0" lvl="0" fontAlgn="auto">
              <a:lnSpc>
                <a:spcPct val="100000"/>
              </a:lnSpc>
              <a:buClrTx/>
              <a:buSzTx/>
              <a:tabLst/>
            </a:pPr>
            <a:r>
              <a:rPr lang="en-US" dirty="0"/>
              <a:t>18pt Intel Clear body text</a:t>
            </a:r>
          </a:p>
          <a:p>
            <a:pPr marR="0" lvl="1" fontAlgn="auto">
              <a:lnSpc>
                <a:spcPct val="100000"/>
              </a:lnSpc>
              <a:spcAft>
                <a:spcPts val="0"/>
              </a:spcAft>
              <a:buClrTx/>
              <a:buSzTx/>
              <a:tabLst/>
            </a:pPr>
            <a:r>
              <a:rPr lang="en-US" dirty="0"/>
              <a:t>16pt Intel Clear bullet one</a:t>
            </a:r>
          </a:p>
          <a:p>
            <a:pPr lvl="2"/>
            <a:r>
              <a:rPr lang="en-US" dirty="0" err="1"/>
              <a:t>14pt</a:t>
            </a:r>
            <a:r>
              <a:rPr lang="en-US" dirty="0"/>
              <a:t> Intel Clear third level</a:t>
            </a:r>
          </a:p>
          <a:p>
            <a:pPr lvl="3"/>
            <a:r>
              <a:rPr lang="en-US" dirty="0" err="1"/>
              <a:t>12pt</a:t>
            </a:r>
            <a:r>
              <a:rPr lang="en-US" dirty="0"/>
              <a:t> Intel Clear fourth level</a:t>
            </a:r>
          </a:p>
          <a:p>
            <a:pPr lvl="4"/>
            <a:r>
              <a:rPr lang="en-US" dirty="0" err="1"/>
              <a:t>12pt</a:t>
            </a:r>
            <a:r>
              <a:rPr lang="en-US" dirty="0"/>
              <a:t> Intel Clear fifth level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45983" y="6634395"/>
            <a:ext cx="18946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1000" dirty="0">
              <a:solidFill>
                <a:schemeClr val="tx2"/>
              </a:solidFill>
              <a:cs typeface="Intel Clear"/>
            </a:endParaRPr>
          </a:p>
        </p:txBody>
      </p:sp>
      <p:sp>
        <p:nvSpPr>
          <p:cNvPr id="10" name="Title 6"/>
          <p:cNvSpPr>
            <a:spLocks noGrp="1"/>
          </p:cNvSpPr>
          <p:nvPr>
            <p:ph type="title" hasCustomPrompt="1"/>
          </p:nvPr>
        </p:nvSpPr>
        <p:spPr>
          <a:xfrm>
            <a:off x="607484" y="411797"/>
            <a:ext cx="10972800" cy="1158240"/>
          </a:xfrm>
        </p:spPr>
        <p:txBody>
          <a:bodyPr/>
          <a:lstStyle>
            <a:lvl1pPr>
              <a:defRPr b="0" i="0" baseline="0">
                <a:solidFill>
                  <a:schemeClr val="tx2"/>
                </a:solidFill>
                <a:latin typeface="Intel Clear"/>
                <a:cs typeface="Intel Clear"/>
              </a:defRPr>
            </a:lvl1pPr>
          </a:lstStyle>
          <a:p>
            <a:r>
              <a:rPr lang="en-US" dirty="0"/>
              <a:t>28pt Intel Clear Headline</a:t>
            </a:r>
          </a:p>
        </p:txBody>
      </p:sp>
    </p:spTree>
    <p:extLst>
      <p:ext uri="{BB962C8B-B14F-4D97-AF65-F5344CB8AC3E}">
        <p14:creationId xmlns:p14="http://schemas.microsoft.com/office/powerpoint/2010/main" val="400499560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ext and Right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8"/>
          <p:cNvSpPr>
            <a:spLocks noGrp="1"/>
          </p:cNvSpPr>
          <p:nvPr>
            <p:ph type="pic" sz="quarter" idx="13" hasCustomPrompt="1"/>
          </p:nvPr>
        </p:nvSpPr>
        <p:spPr>
          <a:xfrm>
            <a:off x="6237818" y="3"/>
            <a:ext cx="5954183" cy="6358465"/>
          </a:xfrm>
          <a:solidFill>
            <a:schemeClr val="bg2">
              <a:lumMod val="60000"/>
              <a:lumOff val="40000"/>
            </a:schemeClr>
          </a:solidFill>
        </p:spPr>
        <p:txBody>
          <a:bodyPr/>
          <a:lstStyle>
            <a:lvl1pPr>
              <a:defRPr baseline="0"/>
            </a:lvl1pPr>
          </a:lstStyle>
          <a:p>
            <a:r>
              <a:rPr lang="en-US" dirty="0"/>
              <a:t>Insert photo here. Drag picture to placeholder or click icon to add.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607484" y="411797"/>
            <a:ext cx="5342467" cy="1158240"/>
          </a:xfrm>
        </p:spPr>
        <p:txBody>
          <a:bodyPr>
            <a:noAutofit/>
          </a:bodyPr>
          <a:lstStyle>
            <a:lvl1pPr>
              <a:defRPr sz="2800" b="0" i="0" baseline="0">
                <a:solidFill>
                  <a:schemeClr val="tx2"/>
                </a:solidFill>
                <a:latin typeface="Intel Clear"/>
                <a:cs typeface="Intel Clear"/>
              </a:defRPr>
            </a:lvl1pPr>
          </a:lstStyle>
          <a:p>
            <a:r>
              <a:rPr lang="en-US" dirty="0"/>
              <a:t>28pt Intel Clear Headline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163136" y="6432517"/>
            <a:ext cx="2844800" cy="365125"/>
          </a:xfrm>
        </p:spPr>
        <p:txBody>
          <a:bodyPr/>
          <a:lstStyle/>
          <a:p>
            <a:fld id="{2C4CE499-C28D-48B7-BC4E-496C93C03240}" type="slidenum">
              <a:rPr lang="en-US" smtClean="0"/>
              <a:t>‹#›</a:t>
            </a:fld>
            <a:endParaRPr lang="en-US"/>
          </a:p>
        </p:txBody>
      </p:sp>
      <p:sp>
        <p:nvSpPr>
          <p:cNvPr id="17" name="Content Placeholder 2"/>
          <p:cNvSpPr>
            <a:spLocks noGrp="1"/>
          </p:cNvSpPr>
          <p:nvPr>
            <p:ph sz="half" idx="1" hasCustomPrompt="1"/>
          </p:nvPr>
        </p:nvSpPr>
        <p:spPr>
          <a:xfrm>
            <a:off x="607485" y="1766992"/>
            <a:ext cx="5342467" cy="4567767"/>
          </a:xfrm>
        </p:spPr>
        <p:txBody>
          <a:bodyPr vert="horz" lIns="0" tIns="0" rIns="0" bIns="0" rtlCol="0">
            <a:noAutofit/>
          </a:bodyPr>
          <a:lstStyle>
            <a:lvl1pPr>
              <a:defRPr lang="en-US" dirty="0" smtClean="0"/>
            </a:lvl1pPr>
            <a:lvl2pPr>
              <a:defRPr lang="en-US" dirty="0" smtClean="0">
                <a:solidFill>
                  <a:schemeClr val="tx2"/>
                </a:solidFill>
              </a:defRPr>
            </a:lvl2pPr>
            <a:lvl3pPr>
              <a:defRPr lang="en-US" sz="1400" dirty="0" smtClean="0">
                <a:solidFill>
                  <a:schemeClr val="tx2"/>
                </a:solidFill>
              </a:defRPr>
            </a:lvl3pPr>
            <a:lvl4pPr>
              <a:defRPr lang="en-US" sz="1200" dirty="0" smtClean="0">
                <a:solidFill>
                  <a:schemeClr val="tx2"/>
                </a:solidFill>
              </a:defRPr>
            </a:lvl4pPr>
            <a:lvl5pPr>
              <a:defRPr lang="en-US" sz="1200" dirty="0">
                <a:solidFill>
                  <a:schemeClr val="tx2"/>
                </a:solidFill>
              </a:defRPr>
            </a:lvl5pPr>
          </a:lstStyle>
          <a:p>
            <a:pPr marR="0" lvl="0" fontAlgn="auto">
              <a:lnSpc>
                <a:spcPct val="100000"/>
              </a:lnSpc>
              <a:buClrTx/>
              <a:buSzTx/>
              <a:tabLst/>
            </a:pPr>
            <a:r>
              <a:rPr lang="en-US" dirty="0"/>
              <a:t>18pt Intel Clear body text</a:t>
            </a:r>
          </a:p>
          <a:p>
            <a:pPr marR="0" lvl="1" fontAlgn="auto">
              <a:lnSpc>
                <a:spcPct val="100000"/>
              </a:lnSpc>
              <a:spcAft>
                <a:spcPts val="0"/>
              </a:spcAft>
              <a:buClrTx/>
              <a:buSzTx/>
              <a:tabLst/>
            </a:pPr>
            <a:r>
              <a:rPr lang="en-US" dirty="0"/>
              <a:t>16pt Intel Clear bullet one</a:t>
            </a:r>
          </a:p>
          <a:p>
            <a:pPr lvl="2"/>
            <a:r>
              <a:rPr lang="en-US" dirty="0" err="1"/>
              <a:t>14pt</a:t>
            </a:r>
            <a:r>
              <a:rPr lang="en-US" dirty="0"/>
              <a:t> Intel Clear third level</a:t>
            </a:r>
          </a:p>
          <a:p>
            <a:pPr lvl="3"/>
            <a:r>
              <a:rPr lang="en-US" dirty="0" err="1"/>
              <a:t>12pt</a:t>
            </a:r>
            <a:r>
              <a:rPr lang="en-US" dirty="0"/>
              <a:t> Intel Clear fourth level</a:t>
            </a:r>
          </a:p>
          <a:p>
            <a:pPr lvl="4"/>
            <a:r>
              <a:rPr lang="en-US" dirty="0" err="1"/>
              <a:t>12pt</a:t>
            </a:r>
            <a:r>
              <a:rPr lang="en-US" dirty="0"/>
              <a:t> Intel Clear fifth level</a:t>
            </a:r>
          </a:p>
        </p:txBody>
      </p:sp>
    </p:spTree>
    <p:extLst>
      <p:ext uri="{BB962C8B-B14F-4D97-AF65-F5344CB8AC3E}">
        <p14:creationId xmlns:p14="http://schemas.microsoft.com/office/powerpoint/2010/main" val="344815220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White Section Brea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607484" y="2810750"/>
            <a:ext cx="10363200" cy="1362075"/>
          </a:xfrm>
        </p:spPr>
        <p:txBody>
          <a:bodyPr anchor="b" anchorCtr="0">
            <a:noAutofit/>
          </a:bodyPr>
          <a:lstStyle>
            <a:lvl1pPr algn="l">
              <a:lnSpc>
                <a:spcPct val="80000"/>
              </a:lnSpc>
              <a:defRPr sz="5400" b="0" cap="none" spc="0" baseline="0">
                <a:solidFill>
                  <a:schemeClr val="tx2">
                    <a:alpha val="90000"/>
                  </a:schemeClr>
                </a:solidFill>
                <a:latin typeface="Intel Clear Pro" panose="020B0804020202060201" pitchFamily="34" charset="0"/>
                <a:cs typeface="Intel Clear Pro" panose="020B0804020202060201" pitchFamily="34" charset="0"/>
              </a:defRPr>
            </a:lvl1pPr>
          </a:lstStyle>
          <a:p>
            <a:r>
              <a:rPr lang="en-US" dirty="0"/>
              <a:t>54pt Intel Clear Pro</a:t>
            </a:r>
            <a:br>
              <a:rPr lang="en-US" dirty="0"/>
            </a:br>
            <a:r>
              <a:rPr lang="en-US" dirty="0"/>
              <a:t>white section break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607484" y="4321534"/>
            <a:ext cx="10363200" cy="1500187"/>
          </a:xfrm>
        </p:spPr>
        <p:txBody>
          <a:bodyPr anchor="t" anchorCtr="0">
            <a:noAutofit/>
          </a:bodyPr>
          <a:lstStyle>
            <a:lvl1pPr marL="0" indent="0">
              <a:buNone/>
              <a:defRPr sz="1600" b="0" baseline="0">
                <a:solidFill>
                  <a:schemeClr val="accent2"/>
                </a:solidFill>
                <a:latin typeface="+mn-lt"/>
                <a:cs typeface="Intel Clear" panose="020B0604020203020204" pitchFamily="34" charset="0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16pt Intel Clear Subhead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2C4CE499-C28D-48B7-BC4E-496C93C0324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735297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Hero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607484" y="2979844"/>
            <a:ext cx="10363200" cy="1500187"/>
          </a:xfrm>
        </p:spPr>
        <p:txBody>
          <a:bodyPr anchor="t" anchorCtr="0">
            <a:noAutofit/>
          </a:bodyPr>
          <a:lstStyle>
            <a:lvl1pPr marL="0" indent="0">
              <a:buNone/>
              <a:defRPr sz="4000" b="0" baseline="0">
                <a:solidFill>
                  <a:schemeClr val="accent2"/>
                </a:solidFill>
                <a:latin typeface="Intel Clear"/>
                <a:ea typeface="Intel Clear"/>
                <a:cs typeface="Intel Clear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40pt Intel Clear Light Body.</a:t>
            </a:r>
            <a:br>
              <a:rPr lang="en-US" dirty="0"/>
            </a:br>
            <a:r>
              <a:rPr lang="en-US" dirty="0"/>
              <a:t>For content that is not a section, but has a big idea in text only.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2C4CE499-C28D-48B7-BC4E-496C93C03240}" type="slidenum">
              <a:rPr lang="en-US" smtClean="0"/>
              <a:t>‹#›</a:t>
            </a:fld>
            <a:endParaRPr lang="en-US"/>
          </a:p>
        </p:txBody>
      </p:sp>
      <p:sp>
        <p:nvSpPr>
          <p:cNvPr id="7" name="Title 1"/>
          <p:cNvSpPr>
            <a:spLocks noGrp="1"/>
          </p:cNvSpPr>
          <p:nvPr>
            <p:ph type="title" hasCustomPrompt="1"/>
          </p:nvPr>
        </p:nvSpPr>
        <p:spPr>
          <a:xfrm>
            <a:off x="607484" y="1469060"/>
            <a:ext cx="10363200" cy="1362075"/>
          </a:xfrm>
        </p:spPr>
        <p:txBody>
          <a:bodyPr anchor="b" anchorCtr="0">
            <a:noAutofit/>
          </a:bodyPr>
          <a:lstStyle>
            <a:lvl1pPr algn="l">
              <a:lnSpc>
                <a:spcPct val="80000"/>
              </a:lnSpc>
              <a:defRPr sz="4000" b="0" cap="none" spc="0" baseline="0">
                <a:solidFill>
                  <a:schemeClr val="tx2"/>
                </a:solidFill>
                <a:latin typeface="Intel Clear" panose="020B0604020203020204" pitchFamily="34" charset="0"/>
                <a:ea typeface="Intel Clear" panose="020B0604020203020204" pitchFamily="34" charset="0"/>
                <a:cs typeface="Intel Clear" panose="020B0604020203020204" pitchFamily="34" charset="0"/>
              </a:defRPr>
            </a:lvl1pPr>
          </a:lstStyle>
          <a:p>
            <a:r>
              <a:rPr lang="en-US" dirty="0"/>
              <a:t>40pt Intel Clear Heading</a:t>
            </a:r>
          </a:p>
        </p:txBody>
      </p:sp>
    </p:spTree>
    <p:extLst>
      <p:ext uri="{BB962C8B-B14F-4D97-AF65-F5344CB8AC3E}">
        <p14:creationId xmlns:p14="http://schemas.microsoft.com/office/powerpoint/2010/main" val="6773654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Blue Section Break Image">
    <p:bg>
      <p:bgPr>
        <a:gradFill>
          <a:gsLst>
            <a:gs pos="32000">
              <a:schemeClr val="tx2"/>
            </a:gs>
            <a:gs pos="95000">
              <a:srgbClr val="009FDF"/>
            </a:gs>
            <a:gs pos="78000">
              <a:srgbClr val="0071C5"/>
            </a:gs>
          </a:gsLst>
          <a:lin ang="1986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607484" y="3013452"/>
            <a:ext cx="10363200" cy="1362075"/>
          </a:xfrm>
        </p:spPr>
        <p:txBody>
          <a:bodyPr anchor="b" anchorCtr="0">
            <a:noAutofit/>
          </a:bodyPr>
          <a:lstStyle>
            <a:lvl1pPr algn="l">
              <a:lnSpc>
                <a:spcPct val="80000"/>
              </a:lnSpc>
              <a:defRPr sz="5400" b="0" cap="none" spc="0" baseline="0">
                <a:solidFill>
                  <a:schemeClr val="bg1">
                    <a:alpha val="90000"/>
                  </a:schemeClr>
                </a:solidFill>
                <a:latin typeface="Intel Clear Pro" panose="020B0804020202060201" pitchFamily="34" charset="0"/>
                <a:cs typeface="Intel Clear Pro" panose="020B0804020202060201" pitchFamily="34" charset="0"/>
              </a:defRPr>
            </a:lvl1pPr>
          </a:lstStyle>
          <a:p>
            <a:r>
              <a:rPr lang="en-US" dirty="0"/>
              <a:t>54pt Intel Clear Pro blue section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607484" y="4465050"/>
            <a:ext cx="10363200" cy="1500187"/>
          </a:xfrm>
        </p:spPr>
        <p:txBody>
          <a:bodyPr anchor="t" anchorCtr="0">
            <a:noAutofit/>
          </a:bodyPr>
          <a:lstStyle>
            <a:lvl1pPr marL="0" indent="0">
              <a:buNone/>
              <a:defRPr sz="1600" b="0" baseline="0">
                <a:solidFill>
                  <a:schemeClr val="accent3"/>
                </a:solidFill>
                <a:latin typeface="+mn-lt"/>
                <a:cs typeface="Intel Clear" panose="020B0604020203020204" pitchFamily="34" charset="0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16pt Intel Clear Subhead</a:t>
            </a:r>
          </a:p>
        </p:txBody>
      </p:sp>
      <p:sp>
        <p:nvSpPr>
          <p:cNvPr id="5" name="Picture Placeholder 4"/>
          <p:cNvSpPr>
            <a:spLocks noGrp="1"/>
          </p:cNvSpPr>
          <p:nvPr>
            <p:ph type="pic" sz="quarter" idx="13" hasCustomPrompt="1"/>
          </p:nvPr>
        </p:nvSpPr>
        <p:spPr>
          <a:xfrm>
            <a:off x="0" y="3"/>
            <a:ext cx="12192000" cy="3432175"/>
          </a:xfrm>
          <a:solidFill>
            <a:schemeClr val="bg2">
              <a:lumMod val="60000"/>
              <a:lumOff val="40000"/>
            </a:schemeClr>
          </a:solidFill>
        </p:spPr>
        <p:txBody>
          <a:bodyPr/>
          <a:lstStyle>
            <a:lvl1pPr>
              <a:defRPr baseline="0">
                <a:solidFill>
                  <a:srgbClr val="0071C5"/>
                </a:solidFill>
              </a:defRPr>
            </a:lvl1pPr>
          </a:lstStyle>
          <a:p>
            <a:r>
              <a:rPr lang="en-US" dirty="0"/>
              <a:t>Insert photo here. Drag picture to placeholder or click icon to add.</a:t>
            </a:r>
          </a:p>
        </p:txBody>
      </p:sp>
    </p:spTree>
    <p:extLst>
      <p:ext uri="{BB962C8B-B14F-4D97-AF65-F5344CB8AC3E}">
        <p14:creationId xmlns:p14="http://schemas.microsoft.com/office/powerpoint/2010/main" val="3225135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4CE499-C28D-48B7-BC4E-496C93C03240}" type="slidenum">
              <a:rPr lang="en-US" smtClean="0"/>
              <a:t>‹#›</a:t>
            </a:fld>
            <a:endParaRPr lang="en-US"/>
          </a:p>
        </p:txBody>
      </p:sp>
      <p:sp>
        <p:nvSpPr>
          <p:cNvPr id="6" name="Title 6"/>
          <p:cNvSpPr>
            <a:spLocks noGrp="1"/>
          </p:cNvSpPr>
          <p:nvPr>
            <p:ph type="title" hasCustomPrompt="1"/>
          </p:nvPr>
        </p:nvSpPr>
        <p:spPr>
          <a:xfrm>
            <a:off x="607484" y="411797"/>
            <a:ext cx="10972800" cy="1158240"/>
          </a:xfrm>
        </p:spPr>
        <p:txBody>
          <a:bodyPr/>
          <a:lstStyle>
            <a:lvl1pPr>
              <a:defRPr b="0" i="0" baseline="0">
                <a:solidFill>
                  <a:schemeClr val="tx2"/>
                </a:solidFill>
                <a:latin typeface="Intel Clear"/>
                <a:cs typeface="Intel Clear"/>
              </a:defRPr>
            </a:lvl1pPr>
          </a:lstStyle>
          <a:p>
            <a:r>
              <a:rPr lang="en-US" dirty="0"/>
              <a:t>28pt Intel Clear Headline</a:t>
            </a:r>
          </a:p>
        </p:txBody>
      </p:sp>
    </p:spTree>
    <p:extLst>
      <p:ext uri="{BB962C8B-B14F-4D97-AF65-F5344CB8AC3E}">
        <p14:creationId xmlns:p14="http://schemas.microsoft.com/office/powerpoint/2010/main" val="377299345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4CE499-C28D-48B7-BC4E-496C93C0324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77775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Large Bullet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Content Placeholder 8"/>
          <p:cNvSpPr>
            <a:spLocks noGrp="1"/>
          </p:cNvSpPr>
          <p:nvPr>
            <p:ph sz="quarter" idx="13" hasCustomPrompt="1"/>
          </p:nvPr>
        </p:nvSpPr>
        <p:spPr>
          <a:xfrm>
            <a:off x="353483" y="1121834"/>
            <a:ext cx="11552880" cy="5168900"/>
          </a:xfrm>
        </p:spPr>
        <p:txBody>
          <a:bodyPr/>
          <a:lstStyle>
            <a:lvl1pPr>
              <a:defRPr>
                <a:solidFill>
                  <a:schemeClr val="tx2">
                    <a:lumMod val="50000"/>
                  </a:schemeClr>
                </a:solidFill>
              </a:defRPr>
            </a:lvl1pPr>
            <a:lvl2pPr>
              <a:defRPr sz="2340">
                <a:solidFill>
                  <a:schemeClr val="tx2">
                    <a:lumMod val="50000"/>
                  </a:schemeClr>
                </a:solidFill>
              </a:defRPr>
            </a:lvl2pPr>
            <a:lvl3pPr>
              <a:defRPr sz="2340">
                <a:solidFill>
                  <a:schemeClr val="tx2">
                    <a:lumMod val="50000"/>
                  </a:schemeClr>
                </a:solidFill>
              </a:defRPr>
            </a:lvl3pPr>
            <a:lvl4pPr>
              <a:defRPr sz="2080">
                <a:solidFill>
                  <a:schemeClr val="tx2">
                    <a:lumMod val="50000"/>
                  </a:schemeClr>
                </a:solidFill>
              </a:defRPr>
            </a:lvl4pPr>
            <a:lvl5pPr>
              <a:defRPr>
                <a:solidFill>
                  <a:schemeClr val="tx2">
                    <a:lumMod val="50000"/>
                  </a:schemeClr>
                </a:solidFill>
              </a:defRPr>
            </a:lvl5pPr>
          </a:lstStyle>
          <a:p>
            <a:pPr lvl="0"/>
            <a:r>
              <a:rPr lang="en-US" dirty="0"/>
              <a:t>18pt Intel Clear body text</a:t>
            </a:r>
          </a:p>
          <a:p>
            <a:pPr lvl="1"/>
            <a:r>
              <a:rPr lang="en-US" dirty="0"/>
              <a:t>18pt Intel Clear bullet one</a:t>
            </a:r>
          </a:p>
          <a:p>
            <a:pPr lvl="2"/>
            <a:r>
              <a:rPr lang="en-US" dirty="0"/>
              <a:t>18pt Intel Clear sub-bullet</a:t>
            </a:r>
          </a:p>
          <a:p>
            <a:pPr lvl="3"/>
            <a:r>
              <a:rPr lang="en-US" dirty="0"/>
              <a:t>16pt Intel Clear fourth level</a:t>
            </a:r>
          </a:p>
          <a:p>
            <a:pPr lvl="4"/>
            <a:r>
              <a:rPr lang="en-US" dirty="0" err="1"/>
              <a:t>14pt</a:t>
            </a:r>
            <a:r>
              <a:rPr lang="en-US" dirty="0"/>
              <a:t> Intel Clear fifth level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tx2">
                    <a:lumMod val="50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50839607"/>
      </p:ext>
    </p:extLst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_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9CF8AC-6CEE-9F6B-9E75-A983EE128B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34D5866-82AE-BA9A-AFE4-C40DEF3C54C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E0FAA00-9236-A8E9-AC43-F91A9D463AE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B6BB482-9B7E-6324-3E84-0BB490CEBA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592C5D-46F3-4DB6-908F-5F348B91F595}" type="datetimeFigureOut">
              <a:rPr lang="en-US" smtClean="0"/>
              <a:t>11/13/2025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6AFC8BD-731F-02E2-DA4F-FDF2ABF1F4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7824313-DDE4-23D8-8535-6E6600C475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4CE499-C28D-48B7-BC4E-496C93C0324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9241509"/>
      </p:ext>
    </p:extLst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3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4E3D51-BC70-400B-9CEF-C507A7A5F1DC}" type="datetimeFigureOut">
              <a:rPr lang="en-US" smtClean="0"/>
              <a:t>11/13/2025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60BCE4-B7FB-4CA8-B5E1-3097D292066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36469232"/>
      </p:ext>
    </p:extLst>
  </p:cSld>
  <p:clrMapOvr>
    <a:masterClrMapping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4E3D51-BC70-400B-9CEF-C507A7A5F1DC}" type="datetimeFigureOut">
              <a:rPr lang="en-US" smtClean="0"/>
              <a:t>11/13/2025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60BCE4-B7FB-4CA8-B5E1-3097D292066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26851252"/>
      </p:ext>
    </p:extLst>
  </p:cSld>
  <p:clrMapOvr>
    <a:masterClrMapping/>
  </p:clrMapOvr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41"/>
            <a:ext cx="10515600" cy="2852737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5"/>
            <a:ext cx="105156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4E3D51-BC70-400B-9CEF-C507A7A5F1DC}" type="datetimeFigureOut">
              <a:rPr lang="en-US" smtClean="0"/>
              <a:t>11/13/2025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60BCE4-B7FB-4CA8-B5E1-3097D292066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12373476"/>
      </p:ext>
    </p:extLst>
  </p:cSld>
  <p:clrMapOvr>
    <a:masterClrMapping/>
  </p:clrMapOvr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4E3D51-BC70-400B-9CEF-C507A7A5F1DC}" type="datetimeFigureOut">
              <a:rPr lang="en-US" smtClean="0"/>
              <a:t>11/13/2025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60BCE4-B7FB-4CA8-B5E1-3097D292066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08453973"/>
      </p:ext>
    </p:extLst>
  </p:cSld>
  <p:clrMapOvr>
    <a:masterClrMapping/>
  </p:clrMapOvr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6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90" y="1681163"/>
            <a:ext cx="5157787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90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1" y="1681163"/>
            <a:ext cx="5183188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1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4E3D51-BC70-400B-9CEF-C507A7A5F1DC}" type="datetimeFigureOut">
              <a:rPr lang="en-US" smtClean="0"/>
              <a:t>11/13/2025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60BCE4-B7FB-4CA8-B5E1-3097D292066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52240966"/>
      </p:ext>
    </p:extLst>
  </p:cSld>
  <p:clrMapOvr>
    <a:masterClrMapping/>
  </p:clrMapOvr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4E3D51-BC70-400B-9CEF-C507A7A5F1DC}" type="datetimeFigureOut">
              <a:rPr lang="en-US" smtClean="0"/>
              <a:t>11/13/2025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60BCE4-B7FB-4CA8-B5E1-3097D292066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49565487"/>
      </p:ext>
    </p:extLst>
  </p:cSld>
  <p:clrMapOvr>
    <a:masterClrMapping/>
  </p:clrMapOvr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4E3D51-BC70-400B-9CEF-C507A7A5F1DC}" type="datetimeFigureOut">
              <a:rPr lang="en-US" smtClean="0"/>
              <a:t>11/13/2025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60BCE4-B7FB-4CA8-B5E1-3097D292066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01099136"/>
      </p:ext>
    </p:extLst>
  </p:cSld>
  <p:clrMapOvr>
    <a:masterClrMapping/>
  </p:clrMapOvr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9" y="457200"/>
            <a:ext cx="3932237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7"/>
            <a:ext cx="617220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9" y="2057401"/>
            <a:ext cx="3932237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4E3D51-BC70-400B-9CEF-C507A7A5F1DC}" type="datetimeFigureOut">
              <a:rPr lang="en-US" smtClean="0"/>
              <a:t>11/13/2025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60BCE4-B7FB-4CA8-B5E1-3097D292066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6500196"/>
      </p:ext>
    </p:extLst>
  </p:cSld>
  <p:clrMapOvr>
    <a:masterClrMapping/>
  </p:clrMapOvr>
</p:sldLayout>
</file>

<file path=ppt/slideLayouts/slideLayout7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9" y="457200"/>
            <a:ext cx="3932237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7"/>
            <a:ext cx="6172200" cy="4873625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9" y="2057401"/>
            <a:ext cx="3932237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4E3D51-BC70-400B-9CEF-C507A7A5F1DC}" type="datetimeFigureOut">
              <a:rPr lang="en-US" smtClean="0"/>
              <a:t>11/13/2025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60BCE4-B7FB-4CA8-B5E1-3097D292066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49107839"/>
      </p:ext>
    </p:extLst>
  </p:cSld>
  <p:clrMapOvr>
    <a:masterClrMapping/>
  </p:clrMapOvr>
</p:sldLayout>
</file>

<file path=ppt/slideLayouts/slideLayout7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4E3D51-BC70-400B-9CEF-C507A7A5F1DC}" type="datetimeFigureOut">
              <a:rPr lang="en-US" smtClean="0"/>
              <a:t>11/13/2025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60BCE4-B7FB-4CA8-B5E1-3097D292066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16308511"/>
      </p:ext>
    </p:extLst>
  </p:cSld>
  <p:clrMapOvr>
    <a:masterClrMapping/>
  </p:clrMapOvr>
</p:sldLayout>
</file>

<file path=ppt/slideLayouts/slideLayout7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7"/>
            <a:ext cx="2628901" cy="5811839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7"/>
            <a:ext cx="7734301" cy="581183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4E3D51-BC70-400B-9CEF-C507A7A5F1DC}" type="datetimeFigureOut">
              <a:rPr lang="en-US" smtClean="0"/>
              <a:t>11/13/2025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60BCE4-B7FB-4CA8-B5E1-3097D292066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92456604"/>
      </p:ext>
    </p:extLst>
  </p:cSld>
  <p:clrMapOvr>
    <a:masterClrMapping/>
  </p:clrMapOvr>
</p:sldLayout>
</file>

<file path=ppt/slideLayouts/slideLayout7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Blue A">
    <p:bg>
      <p:bgPr>
        <a:solidFill>
          <a:srgbClr val="184A8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Rectangle"/>
          <p:cNvSpPr/>
          <p:nvPr/>
        </p:nvSpPr>
        <p:spPr>
          <a:xfrm>
            <a:off x="1469360" y="0"/>
            <a:ext cx="3430768" cy="5393161"/>
          </a:xfrm>
          <a:prstGeom prst="rect">
            <a:avLst/>
          </a:prstGeom>
          <a:solidFill>
            <a:schemeClr val="accent1"/>
          </a:solidFill>
          <a:ln w="12700">
            <a:miter lim="400000"/>
          </a:ln>
        </p:spPr>
        <p:txBody>
          <a:bodyPr lIns="0" tIns="0" rIns="0" bIns="0" anchor="ctr"/>
          <a:lstStyle/>
          <a:p>
            <a:pPr algn="ctr" defTabSz="41275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sz="1600"/>
          </a:p>
        </p:txBody>
      </p:sp>
      <p:sp>
        <p:nvSpPr>
          <p:cNvPr id="80" name="Square"/>
          <p:cNvSpPr/>
          <p:nvPr/>
        </p:nvSpPr>
        <p:spPr>
          <a:xfrm>
            <a:off x="861107" y="5390896"/>
            <a:ext cx="607299" cy="607299"/>
          </a:xfrm>
          <a:prstGeom prst="rect">
            <a:avLst/>
          </a:prstGeom>
          <a:solidFill>
            <a:schemeClr val="accent1"/>
          </a:solidFill>
          <a:ln w="12700">
            <a:miter lim="400000"/>
          </a:ln>
        </p:spPr>
        <p:txBody>
          <a:bodyPr lIns="0" tIns="0" rIns="0" bIns="0" anchor="ctr"/>
          <a:lstStyle/>
          <a:p>
            <a:pPr algn="ctr" defTabSz="41275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026FC5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sz="1600"/>
          </a:p>
        </p:txBody>
      </p:sp>
      <p:sp>
        <p:nvSpPr>
          <p:cNvPr id="81" name="Rectangle"/>
          <p:cNvSpPr/>
          <p:nvPr/>
        </p:nvSpPr>
        <p:spPr>
          <a:xfrm>
            <a:off x="576067" y="5108797"/>
            <a:ext cx="286654" cy="282073"/>
          </a:xfrm>
          <a:prstGeom prst="rect">
            <a:avLst/>
          </a:prstGeom>
          <a:solidFill>
            <a:srgbClr val="00C7FD"/>
          </a:solidFill>
          <a:ln w="12700">
            <a:miter lim="400000"/>
          </a:ln>
        </p:spPr>
        <p:txBody>
          <a:bodyPr lIns="0" tIns="0" rIns="0" bIns="0" anchor="ctr"/>
          <a:lstStyle/>
          <a:p>
            <a:pPr algn="ctr" defTabSz="41275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026FC5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sz="1600"/>
          </a:p>
        </p:txBody>
      </p:sp>
      <p:sp>
        <p:nvSpPr>
          <p:cNvPr id="82" name="Square"/>
          <p:cNvSpPr/>
          <p:nvPr/>
        </p:nvSpPr>
        <p:spPr>
          <a:xfrm>
            <a:off x="861107" y="4952474"/>
            <a:ext cx="157461" cy="157461"/>
          </a:xfrm>
          <a:prstGeom prst="rect">
            <a:avLst/>
          </a:prstGeom>
          <a:solidFill>
            <a:schemeClr val="accent1"/>
          </a:solidFill>
          <a:ln w="12700">
            <a:miter lim="400000"/>
          </a:ln>
        </p:spPr>
        <p:txBody>
          <a:bodyPr lIns="0" tIns="0" rIns="0" bIns="0" anchor="ctr"/>
          <a:lstStyle/>
          <a:p>
            <a:pPr algn="ctr" defTabSz="41275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026FC5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sz="1600"/>
          </a:p>
        </p:txBody>
      </p:sp>
      <p:sp>
        <p:nvSpPr>
          <p:cNvPr id="31" name="Title Text">
            <a:extLst>
              <a:ext uri="{FF2B5EF4-FFF2-40B4-BE49-F238E27FC236}">
                <a16:creationId xmlns:a16="http://schemas.microsoft.com/office/drawing/2014/main" id="{89FD31ED-4225-F549-987B-028F84979F81}"/>
              </a:ext>
            </a:extLst>
          </p:cNvPr>
          <p:cNvSpPr txBox="1">
            <a:spLocks noGrp="1"/>
          </p:cNvSpPr>
          <p:nvPr>
            <p:ph type="title" hasCustomPrompt="1"/>
          </p:nvPr>
        </p:nvSpPr>
        <p:spPr>
          <a:xfrm>
            <a:off x="1895475" y="3585279"/>
            <a:ext cx="10972801" cy="109182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noAutofit/>
          </a:bodyPr>
          <a:lstStyle>
            <a:lvl1pPr>
              <a:defRPr sz="75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75 </a:t>
            </a:r>
            <a:r>
              <a:rPr lang="en-US" dirty="0" err="1"/>
              <a:t>pt</a:t>
            </a:r>
            <a:r>
              <a:rPr lang="en-US" dirty="0"/>
              <a:t> Intel Clear Light</a:t>
            </a:r>
            <a:endParaRPr dirty="0"/>
          </a:p>
        </p:txBody>
      </p:sp>
      <p:sp>
        <p:nvSpPr>
          <p:cNvPr id="17" name="Text Placeholder 2">
            <a:extLst>
              <a:ext uri="{FF2B5EF4-FFF2-40B4-BE49-F238E27FC236}">
                <a16:creationId xmlns:a16="http://schemas.microsoft.com/office/drawing/2014/main" id="{75379059-B28C-483A-9CD1-B3EB81874AEC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1895475" y="3182315"/>
            <a:ext cx="10296524" cy="304800"/>
          </a:xfrm>
        </p:spPr>
        <p:txBody>
          <a:bodyPr>
            <a:normAutofit/>
          </a:bodyPr>
          <a:lstStyle>
            <a:lvl1pPr marL="0" indent="0">
              <a:buNone/>
              <a:defRPr sz="1600" b="1" i="0">
                <a:solidFill>
                  <a:srgbClr val="00C7FD"/>
                </a:solidFill>
                <a:latin typeface="Intel Clear" panose="020B0604020203020204" pitchFamily="34" charset="0"/>
                <a:ea typeface="Intel Clear" panose="020B0604020203020204" pitchFamily="34" charset="0"/>
                <a:cs typeface="Intel Clear" panose="020B0604020203020204" pitchFamily="34" charset="0"/>
              </a:defRPr>
            </a:lvl1pPr>
          </a:lstStyle>
          <a:p>
            <a:r>
              <a:rPr lang="en-US" dirty="0"/>
              <a:t>16pt Intel Clear Bold Intro:</a:t>
            </a:r>
          </a:p>
        </p:txBody>
      </p:sp>
      <p:sp>
        <p:nvSpPr>
          <p:cNvPr id="18" name="Text Placeholder 6">
            <a:extLst>
              <a:ext uri="{FF2B5EF4-FFF2-40B4-BE49-F238E27FC236}">
                <a16:creationId xmlns:a16="http://schemas.microsoft.com/office/drawing/2014/main" id="{BEFC1083-9176-4B55-B8AB-9F31A213ED26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1908348" y="4778609"/>
            <a:ext cx="10283651" cy="326776"/>
          </a:xfrm>
        </p:spPr>
        <p:txBody>
          <a:bodyPr>
            <a:normAutofit/>
          </a:bodyPr>
          <a:lstStyle>
            <a:lvl1pPr marL="0" indent="0">
              <a:buNone/>
              <a:defRPr sz="1800" b="0" i="0">
                <a:solidFill>
                  <a:schemeClr val="bg1"/>
                </a:solidFill>
                <a:latin typeface="Intel Clear" panose="020B0604020203020204" pitchFamily="34" charset="0"/>
                <a:ea typeface="Intel Clear" panose="020B0604020203020204" pitchFamily="34" charset="0"/>
                <a:cs typeface="Intel Clear" panose="020B0604020203020204" pitchFamily="34" charset="0"/>
              </a:defRPr>
            </a:lvl1pPr>
          </a:lstStyle>
          <a:p>
            <a:r>
              <a:rPr lang="en-US" dirty="0"/>
              <a:t>18pt Intel Clear Subhead, Date, Etc.</a:t>
            </a: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698DF977-78B3-4C00-9E43-1223CD667932}"/>
              </a:ext>
            </a:extLst>
          </p:cNvPr>
          <p:cNvGrpSpPr/>
          <p:nvPr/>
        </p:nvGrpSpPr>
        <p:grpSpPr>
          <a:xfrm>
            <a:off x="1468406" y="5995719"/>
            <a:ext cx="1059754" cy="396801"/>
            <a:chOff x="1314450" y="6391094"/>
            <a:chExt cx="1123377" cy="420623"/>
          </a:xfrm>
        </p:grpSpPr>
        <p:sp>
          <p:nvSpPr>
            <p:cNvPr id="5" name="Freeform: Shape 4">
              <a:extLst>
                <a:ext uri="{FF2B5EF4-FFF2-40B4-BE49-F238E27FC236}">
                  <a16:creationId xmlns:a16="http://schemas.microsoft.com/office/drawing/2014/main" id="{78F73C8D-05B1-4270-85FA-B1FD37A25A06}"/>
                </a:ext>
              </a:extLst>
            </p:cNvPr>
            <p:cNvSpPr/>
            <p:nvPr/>
          </p:nvSpPr>
          <p:spPr>
            <a:xfrm>
              <a:off x="1314450" y="6396809"/>
              <a:ext cx="78581" cy="78581"/>
            </a:xfrm>
            <a:custGeom>
              <a:avLst/>
              <a:gdLst>
                <a:gd name="connsiteX0" fmla="*/ 0 w 78581"/>
                <a:gd name="connsiteY0" fmla="*/ 0 h 78581"/>
                <a:gd name="connsiteX1" fmla="*/ 78581 w 78581"/>
                <a:gd name="connsiteY1" fmla="*/ 0 h 78581"/>
                <a:gd name="connsiteX2" fmla="*/ 78581 w 78581"/>
                <a:gd name="connsiteY2" fmla="*/ 78581 h 78581"/>
                <a:gd name="connsiteX3" fmla="*/ 0 w 78581"/>
                <a:gd name="connsiteY3" fmla="*/ 78581 h 785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8581" h="78581">
                  <a:moveTo>
                    <a:pt x="0" y="0"/>
                  </a:moveTo>
                  <a:lnTo>
                    <a:pt x="78581" y="0"/>
                  </a:lnTo>
                  <a:lnTo>
                    <a:pt x="78581" y="78581"/>
                  </a:lnTo>
                  <a:lnTo>
                    <a:pt x="0" y="78581"/>
                  </a:lnTo>
                  <a:close/>
                </a:path>
              </a:pathLst>
            </a:custGeom>
            <a:solidFill>
              <a:srgbClr val="00B2E3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" name="Freeform: Shape 5">
              <a:extLst>
                <a:ext uri="{FF2B5EF4-FFF2-40B4-BE49-F238E27FC236}">
                  <a16:creationId xmlns:a16="http://schemas.microsoft.com/office/drawing/2014/main" id="{FC6580CA-6E37-4F04-8FAD-D6491FEE8CE6}"/>
                </a:ext>
              </a:extLst>
            </p:cNvPr>
            <p:cNvSpPr/>
            <p:nvPr/>
          </p:nvSpPr>
          <p:spPr>
            <a:xfrm>
              <a:off x="1316545" y="6391094"/>
              <a:ext cx="995171" cy="420623"/>
            </a:xfrm>
            <a:custGeom>
              <a:avLst/>
              <a:gdLst>
                <a:gd name="connsiteX0" fmla="*/ 74486 w 995171"/>
                <a:gd name="connsiteY0" fmla="*/ 131921 h 420623"/>
                <a:gd name="connsiteX1" fmla="*/ 0 w 995171"/>
                <a:gd name="connsiteY1" fmla="*/ 131921 h 420623"/>
                <a:gd name="connsiteX2" fmla="*/ 0 w 995171"/>
                <a:gd name="connsiteY2" fmla="*/ 414719 h 420623"/>
                <a:gd name="connsiteX3" fmla="*/ 74486 w 995171"/>
                <a:gd name="connsiteY3" fmla="*/ 414719 h 420623"/>
                <a:gd name="connsiteX4" fmla="*/ 74486 w 995171"/>
                <a:gd name="connsiteY4" fmla="*/ 131921 h 420623"/>
                <a:gd name="connsiteX5" fmla="*/ 568262 w 995171"/>
                <a:gd name="connsiteY5" fmla="*/ 417576 h 420623"/>
                <a:gd name="connsiteX6" fmla="*/ 568262 w 995171"/>
                <a:gd name="connsiteY6" fmla="*/ 348234 h 420623"/>
                <a:gd name="connsiteX7" fmla="*/ 541306 w 995171"/>
                <a:gd name="connsiteY7" fmla="*/ 346520 h 420623"/>
                <a:gd name="connsiteX8" fmla="*/ 523780 w 995171"/>
                <a:gd name="connsiteY8" fmla="*/ 338804 h 420623"/>
                <a:gd name="connsiteX9" fmla="*/ 516065 w 995171"/>
                <a:gd name="connsiteY9" fmla="*/ 321945 h 420623"/>
                <a:gd name="connsiteX10" fmla="*/ 514350 w 995171"/>
                <a:gd name="connsiteY10" fmla="*/ 294608 h 420623"/>
                <a:gd name="connsiteX11" fmla="*/ 514350 w 995171"/>
                <a:gd name="connsiteY11" fmla="*/ 195644 h 420623"/>
                <a:gd name="connsiteX12" fmla="*/ 568262 w 995171"/>
                <a:gd name="connsiteY12" fmla="*/ 195644 h 420623"/>
                <a:gd name="connsiteX13" fmla="*/ 568262 w 995171"/>
                <a:gd name="connsiteY13" fmla="*/ 131921 h 420623"/>
                <a:gd name="connsiteX14" fmla="*/ 514350 w 995171"/>
                <a:gd name="connsiteY14" fmla="*/ 131921 h 420623"/>
                <a:gd name="connsiteX15" fmla="*/ 514350 w 995171"/>
                <a:gd name="connsiteY15" fmla="*/ 21812 h 420623"/>
                <a:gd name="connsiteX16" fmla="*/ 439865 w 995171"/>
                <a:gd name="connsiteY16" fmla="*/ 21812 h 420623"/>
                <a:gd name="connsiteX17" fmla="*/ 439865 w 995171"/>
                <a:gd name="connsiteY17" fmla="*/ 295180 h 420623"/>
                <a:gd name="connsiteX18" fmla="*/ 445865 w 995171"/>
                <a:gd name="connsiteY18" fmla="*/ 353473 h 420623"/>
                <a:gd name="connsiteX19" fmla="*/ 465677 w 995171"/>
                <a:gd name="connsiteY19" fmla="*/ 391001 h 420623"/>
                <a:gd name="connsiteX20" fmla="*/ 502063 w 995171"/>
                <a:gd name="connsiteY20" fmla="*/ 411385 h 420623"/>
                <a:gd name="connsiteX21" fmla="*/ 558927 w 995171"/>
                <a:gd name="connsiteY21" fmla="*/ 417671 h 420623"/>
                <a:gd name="connsiteX22" fmla="*/ 568262 w 995171"/>
                <a:gd name="connsiteY22" fmla="*/ 417671 h 420623"/>
                <a:gd name="connsiteX23" fmla="*/ 995172 w 995171"/>
                <a:gd name="connsiteY23" fmla="*/ 0 h 420623"/>
                <a:gd name="connsiteX24" fmla="*/ 920687 w 995171"/>
                <a:gd name="connsiteY24" fmla="*/ 0 h 420623"/>
                <a:gd name="connsiteX25" fmla="*/ 920687 w 995171"/>
                <a:gd name="connsiteY25" fmla="*/ 414719 h 420623"/>
                <a:gd name="connsiteX26" fmla="*/ 995172 w 995171"/>
                <a:gd name="connsiteY26" fmla="*/ 414719 h 420623"/>
                <a:gd name="connsiteX27" fmla="*/ 995172 w 995171"/>
                <a:gd name="connsiteY27" fmla="*/ 0 h 420623"/>
                <a:gd name="connsiteX28" fmla="*/ 367951 w 995171"/>
                <a:gd name="connsiteY28" fmla="*/ 159830 h 420623"/>
                <a:gd name="connsiteX29" fmla="*/ 281273 w 995171"/>
                <a:gd name="connsiteY29" fmla="*/ 126206 h 420623"/>
                <a:gd name="connsiteX30" fmla="*/ 232410 w 995171"/>
                <a:gd name="connsiteY30" fmla="*/ 137065 h 420623"/>
                <a:gd name="connsiteX31" fmla="*/ 195358 w 995171"/>
                <a:gd name="connsiteY31" fmla="*/ 167259 h 420623"/>
                <a:gd name="connsiteX32" fmla="*/ 191262 w 995171"/>
                <a:gd name="connsiteY32" fmla="*/ 172498 h 420623"/>
                <a:gd name="connsiteX33" fmla="*/ 191262 w 995171"/>
                <a:gd name="connsiteY33" fmla="*/ 167831 h 420623"/>
                <a:gd name="connsiteX34" fmla="*/ 191262 w 995171"/>
                <a:gd name="connsiteY34" fmla="*/ 132017 h 420623"/>
                <a:gd name="connsiteX35" fmla="*/ 117920 w 995171"/>
                <a:gd name="connsiteY35" fmla="*/ 132017 h 420623"/>
                <a:gd name="connsiteX36" fmla="*/ 117920 w 995171"/>
                <a:gd name="connsiteY36" fmla="*/ 414814 h 420623"/>
                <a:gd name="connsiteX37" fmla="*/ 191929 w 995171"/>
                <a:gd name="connsiteY37" fmla="*/ 414814 h 420623"/>
                <a:gd name="connsiteX38" fmla="*/ 191929 w 995171"/>
                <a:gd name="connsiteY38" fmla="*/ 264128 h 420623"/>
                <a:gd name="connsiteX39" fmla="*/ 192024 w 995171"/>
                <a:gd name="connsiteY39" fmla="*/ 274606 h 420623"/>
                <a:gd name="connsiteX40" fmla="*/ 192119 w 995171"/>
                <a:gd name="connsiteY40" fmla="*/ 269558 h 420623"/>
                <a:gd name="connsiteX41" fmla="*/ 211741 w 995171"/>
                <a:gd name="connsiteY41" fmla="*/ 210884 h 420623"/>
                <a:gd name="connsiteX42" fmla="*/ 258985 w 995171"/>
                <a:gd name="connsiteY42" fmla="*/ 190786 h 420623"/>
                <a:gd name="connsiteX43" fmla="*/ 307753 w 995171"/>
                <a:gd name="connsiteY43" fmla="*/ 210407 h 420623"/>
                <a:gd name="connsiteX44" fmla="*/ 323945 w 995171"/>
                <a:gd name="connsiteY44" fmla="*/ 264605 h 420623"/>
                <a:gd name="connsiteX45" fmla="*/ 323945 w 995171"/>
                <a:gd name="connsiteY45" fmla="*/ 264605 h 420623"/>
                <a:gd name="connsiteX46" fmla="*/ 323945 w 995171"/>
                <a:gd name="connsiteY46" fmla="*/ 265176 h 420623"/>
                <a:gd name="connsiteX47" fmla="*/ 323945 w 995171"/>
                <a:gd name="connsiteY47" fmla="*/ 265271 h 420623"/>
                <a:gd name="connsiteX48" fmla="*/ 323945 w 995171"/>
                <a:gd name="connsiteY48" fmla="*/ 414814 h 420623"/>
                <a:gd name="connsiteX49" fmla="*/ 399098 w 995171"/>
                <a:gd name="connsiteY49" fmla="*/ 414814 h 420623"/>
                <a:gd name="connsiteX50" fmla="*/ 399098 w 995171"/>
                <a:gd name="connsiteY50" fmla="*/ 254222 h 420623"/>
                <a:gd name="connsiteX51" fmla="*/ 367951 w 995171"/>
                <a:gd name="connsiteY51" fmla="*/ 159830 h 420623"/>
                <a:gd name="connsiteX52" fmla="*/ 881825 w 995171"/>
                <a:gd name="connsiteY52" fmla="*/ 272796 h 420623"/>
                <a:gd name="connsiteX53" fmla="*/ 871061 w 995171"/>
                <a:gd name="connsiteY53" fmla="*/ 215646 h 420623"/>
                <a:gd name="connsiteX54" fmla="*/ 841057 w 995171"/>
                <a:gd name="connsiteY54" fmla="*/ 168974 h 420623"/>
                <a:gd name="connsiteX55" fmla="*/ 794957 w 995171"/>
                <a:gd name="connsiteY55" fmla="*/ 137636 h 420623"/>
                <a:gd name="connsiteX56" fmla="*/ 735806 w 995171"/>
                <a:gd name="connsiteY56" fmla="*/ 126302 h 420623"/>
                <a:gd name="connsiteX57" fmla="*/ 678371 w 995171"/>
                <a:gd name="connsiteY57" fmla="*/ 137922 h 420623"/>
                <a:gd name="connsiteX58" fmla="*/ 631698 w 995171"/>
                <a:gd name="connsiteY58" fmla="*/ 169355 h 420623"/>
                <a:gd name="connsiteX59" fmla="*/ 600266 w 995171"/>
                <a:gd name="connsiteY59" fmla="*/ 216027 h 420623"/>
                <a:gd name="connsiteX60" fmla="*/ 588645 w 995171"/>
                <a:gd name="connsiteY60" fmla="*/ 273463 h 420623"/>
                <a:gd name="connsiteX61" fmla="*/ 599694 w 995171"/>
                <a:gd name="connsiteY61" fmla="*/ 330899 h 420623"/>
                <a:gd name="connsiteX62" fmla="*/ 630269 w 995171"/>
                <a:gd name="connsiteY62" fmla="*/ 377571 h 420623"/>
                <a:gd name="connsiteX63" fmla="*/ 677513 w 995171"/>
                <a:gd name="connsiteY63" fmla="*/ 409004 h 420623"/>
                <a:gd name="connsiteX64" fmla="*/ 738092 w 995171"/>
                <a:gd name="connsiteY64" fmla="*/ 420624 h 420623"/>
                <a:gd name="connsiteX65" fmla="*/ 863918 w 995171"/>
                <a:gd name="connsiteY65" fmla="*/ 365093 h 420623"/>
                <a:gd name="connsiteX66" fmla="*/ 810292 w 995171"/>
                <a:gd name="connsiteY66" fmla="*/ 324231 h 420623"/>
                <a:gd name="connsiteX67" fmla="*/ 738664 w 995171"/>
                <a:gd name="connsiteY67" fmla="*/ 355854 h 420623"/>
                <a:gd name="connsiteX68" fmla="*/ 687229 w 995171"/>
                <a:gd name="connsiteY68" fmla="*/ 341376 h 420623"/>
                <a:gd name="connsiteX69" fmla="*/ 660368 w 995171"/>
                <a:gd name="connsiteY69" fmla="*/ 302133 h 420623"/>
                <a:gd name="connsiteX70" fmla="*/ 659606 w 995171"/>
                <a:gd name="connsiteY70" fmla="*/ 299466 h 420623"/>
                <a:gd name="connsiteX71" fmla="*/ 881825 w 995171"/>
                <a:gd name="connsiteY71" fmla="*/ 299466 h 420623"/>
                <a:gd name="connsiteX72" fmla="*/ 881825 w 995171"/>
                <a:gd name="connsiteY72" fmla="*/ 272796 h 420623"/>
                <a:gd name="connsiteX73" fmla="*/ 660368 w 995171"/>
                <a:gd name="connsiteY73" fmla="*/ 246793 h 420623"/>
                <a:gd name="connsiteX74" fmla="*/ 735330 w 995171"/>
                <a:gd name="connsiteY74" fmla="*/ 189929 h 420623"/>
                <a:gd name="connsiteX75" fmla="*/ 810387 w 995171"/>
                <a:gd name="connsiteY75" fmla="*/ 246698 h 420623"/>
                <a:gd name="connsiteX76" fmla="*/ 660368 w 995171"/>
                <a:gd name="connsiteY76" fmla="*/ 246793 h 4206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</a:cxnLst>
              <a:rect l="l" t="t" r="r" b="b"/>
              <a:pathLst>
                <a:path w="995171" h="420623">
                  <a:moveTo>
                    <a:pt x="74486" y="131921"/>
                  </a:moveTo>
                  <a:lnTo>
                    <a:pt x="0" y="131921"/>
                  </a:lnTo>
                  <a:lnTo>
                    <a:pt x="0" y="414719"/>
                  </a:lnTo>
                  <a:lnTo>
                    <a:pt x="74486" y="414719"/>
                  </a:lnTo>
                  <a:lnTo>
                    <a:pt x="74486" y="131921"/>
                  </a:lnTo>
                  <a:close/>
                  <a:moveTo>
                    <a:pt x="568262" y="417576"/>
                  </a:moveTo>
                  <a:lnTo>
                    <a:pt x="568262" y="348234"/>
                  </a:lnTo>
                  <a:cubicBezTo>
                    <a:pt x="557308" y="348139"/>
                    <a:pt x="548259" y="347567"/>
                    <a:pt x="541306" y="346520"/>
                  </a:cubicBezTo>
                  <a:cubicBezTo>
                    <a:pt x="533591" y="345281"/>
                    <a:pt x="527685" y="342710"/>
                    <a:pt x="523780" y="338804"/>
                  </a:cubicBezTo>
                  <a:cubicBezTo>
                    <a:pt x="519875" y="334899"/>
                    <a:pt x="517303" y="329184"/>
                    <a:pt x="516065" y="321945"/>
                  </a:cubicBezTo>
                  <a:cubicBezTo>
                    <a:pt x="514922" y="314992"/>
                    <a:pt x="514350" y="305753"/>
                    <a:pt x="514350" y="294608"/>
                  </a:cubicBezTo>
                  <a:lnTo>
                    <a:pt x="514350" y="195644"/>
                  </a:lnTo>
                  <a:lnTo>
                    <a:pt x="568262" y="195644"/>
                  </a:lnTo>
                  <a:lnTo>
                    <a:pt x="568262" y="131921"/>
                  </a:lnTo>
                  <a:lnTo>
                    <a:pt x="514350" y="131921"/>
                  </a:lnTo>
                  <a:lnTo>
                    <a:pt x="514350" y="21812"/>
                  </a:lnTo>
                  <a:lnTo>
                    <a:pt x="439865" y="21812"/>
                  </a:lnTo>
                  <a:lnTo>
                    <a:pt x="439865" y="295180"/>
                  </a:lnTo>
                  <a:cubicBezTo>
                    <a:pt x="439865" y="318230"/>
                    <a:pt x="441865" y="337852"/>
                    <a:pt x="445865" y="353473"/>
                  </a:cubicBezTo>
                  <a:cubicBezTo>
                    <a:pt x="449771" y="368903"/>
                    <a:pt x="456438" y="381572"/>
                    <a:pt x="465677" y="391001"/>
                  </a:cubicBezTo>
                  <a:cubicBezTo>
                    <a:pt x="474917" y="400431"/>
                    <a:pt x="487204" y="407289"/>
                    <a:pt x="502063" y="411385"/>
                  </a:cubicBezTo>
                  <a:cubicBezTo>
                    <a:pt x="517112" y="415481"/>
                    <a:pt x="536258" y="417671"/>
                    <a:pt x="558927" y="417671"/>
                  </a:cubicBezTo>
                  <a:lnTo>
                    <a:pt x="568262" y="417671"/>
                  </a:lnTo>
                  <a:close/>
                  <a:moveTo>
                    <a:pt x="995172" y="0"/>
                  </a:moveTo>
                  <a:lnTo>
                    <a:pt x="920687" y="0"/>
                  </a:lnTo>
                  <a:lnTo>
                    <a:pt x="920687" y="414719"/>
                  </a:lnTo>
                  <a:lnTo>
                    <a:pt x="995172" y="414719"/>
                  </a:lnTo>
                  <a:lnTo>
                    <a:pt x="995172" y="0"/>
                  </a:lnTo>
                  <a:close/>
                  <a:moveTo>
                    <a:pt x="367951" y="159830"/>
                  </a:moveTo>
                  <a:cubicBezTo>
                    <a:pt x="347282" y="137541"/>
                    <a:pt x="318135" y="126206"/>
                    <a:pt x="281273" y="126206"/>
                  </a:cubicBezTo>
                  <a:cubicBezTo>
                    <a:pt x="263462" y="126206"/>
                    <a:pt x="247079" y="129921"/>
                    <a:pt x="232410" y="137065"/>
                  </a:cubicBezTo>
                  <a:cubicBezTo>
                    <a:pt x="217742" y="144304"/>
                    <a:pt x="205264" y="154496"/>
                    <a:pt x="195358" y="167259"/>
                  </a:cubicBezTo>
                  <a:lnTo>
                    <a:pt x="191262" y="172498"/>
                  </a:lnTo>
                  <a:lnTo>
                    <a:pt x="191262" y="167831"/>
                  </a:lnTo>
                  <a:lnTo>
                    <a:pt x="191262" y="132017"/>
                  </a:lnTo>
                  <a:lnTo>
                    <a:pt x="117920" y="132017"/>
                  </a:lnTo>
                  <a:lnTo>
                    <a:pt x="117920" y="414814"/>
                  </a:lnTo>
                  <a:lnTo>
                    <a:pt x="191929" y="414814"/>
                  </a:lnTo>
                  <a:lnTo>
                    <a:pt x="191929" y="264128"/>
                  </a:lnTo>
                  <a:lnTo>
                    <a:pt x="192024" y="274606"/>
                  </a:lnTo>
                  <a:cubicBezTo>
                    <a:pt x="192024" y="272891"/>
                    <a:pt x="192024" y="271177"/>
                    <a:pt x="192119" y="269558"/>
                  </a:cubicBezTo>
                  <a:cubicBezTo>
                    <a:pt x="192881" y="243173"/>
                    <a:pt x="199454" y="223456"/>
                    <a:pt x="211741" y="210884"/>
                  </a:cubicBezTo>
                  <a:cubicBezTo>
                    <a:pt x="224790" y="197549"/>
                    <a:pt x="240697" y="190786"/>
                    <a:pt x="258985" y="190786"/>
                  </a:cubicBezTo>
                  <a:cubicBezTo>
                    <a:pt x="280511" y="190786"/>
                    <a:pt x="296894" y="197358"/>
                    <a:pt x="307753" y="210407"/>
                  </a:cubicBezTo>
                  <a:cubicBezTo>
                    <a:pt x="318421" y="223171"/>
                    <a:pt x="323850" y="241364"/>
                    <a:pt x="323945" y="264605"/>
                  </a:cubicBezTo>
                  <a:lnTo>
                    <a:pt x="323945" y="264605"/>
                  </a:lnTo>
                  <a:lnTo>
                    <a:pt x="323945" y="265176"/>
                  </a:lnTo>
                  <a:lnTo>
                    <a:pt x="323945" y="265271"/>
                  </a:lnTo>
                  <a:lnTo>
                    <a:pt x="323945" y="414814"/>
                  </a:lnTo>
                  <a:lnTo>
                    <a:pt x="399098" y="414814"/>
                  </a:lnTo>
                  <a:lnTo>
                    <a:pt x="399098" y="254222"/>
                  </a:lnTo>
                  <a:cubicBezTo>
                    <a:pt x="399193" y="213931"/>
                    <a:pt x="388620" y="182118"/>
                    <a:pt x="367951" y="159830"/>
                  </a:cubicBezTo>
                  <a:moveTo>
                    <a:pt x="881825" y="272796"/>
                  </a:moveTo>
                  <a:cubicBezTo>
                    <a:pt x="881825" y="252508"/>
                    <a:pt x="878205" y="233267"/>
                    <a:pt x="871061" y="215646"/>
                  </a:cubicBezTo>
                  <a:cubicBezTo>
                    <a:pt x="863918" y="198025"/>
                    <a:pt x="853821" y="182309"/>
                    <a:pt x="841057" y="168974"/>
                  </a:cubicBezTo>
                  <a:cubicBezTo>
                    <a:pt x="828294" y="155639"/>
                    <a:pt x="812768" y="145066"/>
                    <a:pt x="794957" y="137636"/>
                  </a:cubicBezTo>
                  <a:cubicBezTo>
                    <a:pt x="777145" y="130112"/>
                    <a:pt x="757238" y="126302"/>
                    <a:pt x="735806" y="126302"/>
                  </a:cubicBezTo>
                  <a:cubicBezTo>
                    <a:pt x="715518" y="126302"/>
                    <a:pt x="696182" y="130207"/>
                    <a:pt x="678371" y="137922"/>
                  </a:cubicBezTo>
                  <a:cubicBezTo>
                    <a:pt x="660559" y="145637"/>
                    <a:pt x="644843" y="156210"/>
                    <a:pt x="631698" y="169355"/>
                  </a:cubicBezTo>
                  <a:cubicBezTo>
                    <a:pt x="618554" y="182499"/>
                    <a:pt x="607981" y="198215"/>
                    <a:pt x="600266" y="216027"/>
                  </a:cubicBezTo>
                  <a:cubicBezTo>
                    <a:pt x="592550" y="233839"/>
                    <a:pt x="588645" y="253175"/>
                    <a:pt x="588645" y="273463"/>
                  </a:cubicBezTo>
                  <a:cubicBezTo>
                    <a:pt x="588645" y="293751"/>
                    <a:pt x="592360" y="313087"/>
                    <a:pt x="599694" y="330899"/>
                  </a:cubicBezTo>
                  <a:cubicBezTo>
                    <a:pt x="607028" y="348710"/>
                    <a:pt x="617315" y="364426"/>
                    <a:pt x="630269" y="377571"/>
                  </a:cubicBezTo>
                  <a:cubicBezTo>
                    <a:pt x="643223" y="390716"/>
                    <a:pt x="659130" y="401288"/>
                    <a:pt x="677513" y="409004"/>
                  </a:cubicBezTo>
                  <a:cubicBezTo>
                    <a:pt x="695897" y="416719"/>
                    <a:pt x="716280" y="420624"/>
                    <a:pt x="738092" y="420624"/>
                  </a:cubicBezTo>
                  <a:cubicBezTo>
                    <a:pt x="801148" y="420624"/>
                    <a:pt x="840391" y="391954"/>
                    <a:pt x="863918" y="365093"/>
                  </a:cubicBezTo>
                  <a:lnTo>
                    <a:pt x="810292" y="324231"/>
                  </a:lnTo>
                  <a:cubicBezTo>
                    <a:pt x="798957" y="337661"/>
                    <a:pt x="772192" y="355854"/>
                    <a:pt x="738664" y="355854"/>
                  </a:cubicBezTo>
                  <a:cubicBezTo>
                    <a:pt x="717614" y="355854"/>
                    <a:pt x="700373" y="350996"/>
                    <a:pt x="687229" y="341376"/>
                  </a:cubicBezTo>
                  <a:cubicBezTo>
                    <a:pt x="674084" y="331756"/>
                    <a:pt x="665036" y="318611"/>
                    <a:pt x="660368" y="302133"/>
                  </a:cubicBezTo>
                  <a:lnTo>
                    <a:pt x="659606" y="299466"/>
                  </a:lnTo>
                  <a:lnTo>
                    <a:pt x="881825" y="299466"/>
                  </a:lnTo>
                  <a:lnTo>
                    <a:pt x="881825" y="272796"/>
                  </a:lnTo>
                  <a:close/>
                  <a:moveTo>
                    <a:pt x="660368" y="246793"/>
                  </a:moveTo>
                  <a:cubicBezTo>
                    <a:pt x="660368" y="226124"/>
                    <a:pt x="684086" y="189929"/>
                    <a:pt x="735330" y="189929"/>
                  </a:cubicBezTo>
                  <a:cubicBezTo>
                    <a:pt x="786575" y="189929"/>
                    <a:pt x="810387" y="226028"/>
                    <a:pt x="810387" y="246698"/>
                  </a:cubicBezTo>
                  <a:lnTo>
                    <a:pt x="660368" y="246793"/>
                  </a:ln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" name="Freeform: Shape 6">
              <a:extLst>
                <a:ext uri="{FF2B5EF4-FFF2-40B4-BE49-F238E27FC236}">
                  <a16:creationId xmlns:a16="http://schemas.microsoft.com/office/drawing/2014/main" id="{1C614C49-972F-498A-9654-844CECF9AF64}"/>
                </a:ext>
              </a:extLst>
            </p:cNvPr>
            <p:cNvSpPr/>
            <p:nvPr/>
          </p:nvSpPr>
          <p:spPr>
            <a:xfrm>
              <a:off x="2358770" y="6728469"/>
              <a:ext cx="79057" cy="79057"/>
            </a:xfrm>
            <a:custGeom>
              <a:avLst/>
              <a:gdLst>
                <a:gd name="connsiteX0" fmla="*/ 39529 w 79057"/>
                <a:gd name="connsiteY0" fmla="*/ 5620 h 79057"/>
                <a:gd name="connsiteX1" fmla="*/ 73438 w 79057"/>
                <a:gd name="connsiteY1" fmla="*/ 39529 h 79057"/>
                <a:gd name="connsiteX2" fmla="*/ 39529 w 79057"/>
                <a:gd name="connsiteY2" fmla="*/ 73438 h 79057"/>
                <a:gd name="connsiteX3" fmla="*/ 5620 w 79057"/>
                <a:gd name="connsiteY3" fmla="*/ 39529 h 79057"/>
                <a:gd name="connsiteX4" fmla="*/ 39529 w 79057"/>
                <a:gd name="connsiteY4" fmla="*/ 5620 h 79057"/>
                <a:gd name="connsiteX5" fmla="*/ 39529 w 79057"/>
                <a:gd name="connsiteY5" fmla="*/ 0 h 79057"/>
                <a:gd name="connsiteX6" fmla="*/ 0 w 79057"/>
                <a:gd name="connsiteY6" fmla="*/ 39529 h 79057"/>
                <a:gd name="connsiteX7" fmla="*/ 39529 w 79057"/>
                <a:gd name="connsiteY7" fmla="*/ 79058 h 79057"/>
                <a:gd name="connsiteX8" fmla="*/ 79058 w 79057"/>
                <a:gd name="connsiteY8" fmla="*/ 39529 h 79057"/>
                <a:gd name="connsiteX9" fmla="*/ 39529 w 79057"/>
                <a:gd name="connsiteY9" fmla="*/ 0 h 790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79057" h="79057">
                  <a:moveTo>
                    <a:pt x="39529" y="5620"/>
                  </a:moveTo>
                  <a:cubicBezTo>
                    <a:pt x="58198" y="5620"/>
                    <a:pt x="73438" y="20860"/>
                    <a:pt x="73438" y="39529"/>
                  </a:cubicBezTo>
                  <a:cubicBezTo>
                    <a:pt x="73438" y="58198"/>
                    <a:pt x="58198" y="73438"/>
                    <a:pt x="39529" y="73438"/>
                  </a:cubicBezTo>
                  <a:cubicBezTo>
                    <a:pt x="20860" y="73438"/>
                    <a:pt x="5620" y="58198"/>
                    <a:pt x="5620" y="39529"/>
                  </a:cubicBezTo>
                  <a:cubicBezTo>
                    <a:pt x="5620" y="20860"/>
                    <a:pt x="20860" y="5620"/>
                    <a:pt x="39529" y="5620"/>
                  </a:cubicBezTo>
                  <a:moveTo>
                    <a:pt x="39529" y="0"/>
                  </a:moveTo>
                  <a:cubicBezTo>
                    <a:pt x="17717" y="0"/>
                    <a:pt x="0" y="17717"/>
                    <a:pt x="0" y="39529"/>
                  </a:cubicBezTo>
                  <a:cubicBezTo>
                    <a:pt x="0" y="61341"/>
                    <a:pt x="17717" y="79058"/>
                    <a:pt x="39529" y="79058"/>
                  </a:cubicBezTo>
                  <a:cubicBezTo>
                    <a:pt x="61341" y="79058"/>
                    <a:pt x="79058" y="61341"/>
                    <a:pt x="79058" y="39529"/>
                  </a:cubicBezTo>
                  <a:cubicBezTo>
                    <a:pt x="79058" y="17717"/>
                    <a:pt x="61341" y="0"/>
                    <a:pt x="39529" y="0"/>
                  </a:cubicBezTo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" name="Freeform: Shape 7">
              <a:extLst>
                <a:ext uri="{FF2B5EF4-FFF2-40B4-BE49-F238E27FC236}">
                  <a16:creationId xmlns:a16="http://schemas.microsoft.com/office/drawing/2014/main" id="{922EBBE0-933B-4A65-BAAC-DC5972E3F9A4}"/>
                </a:ext>
              </a:extLst>
            </p:cNvPr>
            <p:cNvSpPr/>
            <p:nvPr/>
          </p:nvSpPr>
          <p:spPr>
            <a:xfrm>
              <a:off x="2384869" y="6748090"/>
              <a:ext cx="30765" cy="39528"/>
            </a:xfrm>
            <a:custGeom>
              <a:avLst/>
              <a:gdLst>
                <a:gd name="connsiteX0" fmla="*/ 16383 w 30765"/>
                <a:gd name="connsiteY0" fmla="*/ 95 h 39528"/>
                <a:gd name="connsiteX1" fmla="*/ 23051 w 30765"/>
                <a:gd name="connsiteY1" fmla="*/ 1715 h 39528"/>
                <a:gd name="connsiteX2" fmla="*/ 27718 w 30765"/>
                <a:gd name="connsiteY2" fmla="*/ 6191 h 39528"/>
                <a:gd name="connsiteX3" fmla="*/ 29337 w 30765"/>
                <a:gd name="connsiteY3" fmla="*/ 12478 h 39528"/>
                <a:gd name="connsiteX4" fmla="*/ 27146 w 30765"/>
                <a:gd name="connsiteY4" fmla="*/ 19622 h 39528"/>
                <a:gd name="connsiteX5" fmla="*/ 21812 w 30765"/>
                <a:gd name="connsiteY5" fmla="*/ 23717 h 39528"/>
                <a:gd name="connsiteX6" fmla="*/ 30766 w 30765"/>
                <a:gd name="connsiteY6" fmla="*/ 39529 h 39528"/>
                <a:gd name="connsiteX7" fmla="*/ 23717 w 30765"/>
                <a:gd name="connsiteY7" fmla="*/ 39529 h 39528"/>
                <a:gd name="connsiteX8" fmla="*/ 15526 w 30765"/>
                <a:gd name="connsiteY8" fmla="*/ 24860 h 39528"/>
                <a:gd name="connsiteX9" fmla="*/ 6191 w 30765"/>
                <a:gd name="connsiteY9" fmla="*/ 24860 h 39528"/>
                <a:gd name="connsiteX10" fmla="*/ 6191 w 30765"/>
                <a:gd name="connsiteY10" fmla="*/ 39529 h 39528"/>
                <a:gd name="connsiteX11" fmla="*/ 0 w 30765"/>
                <a:gd name="connsiteY11" fmla="*/ 39529 h 39528"/>
                <a:gd name="connsiteX12" fmla="*/ 0 w 30765"/>
                <a:gd name="connsiteY12" fmla="*/ 0 h 39528"/>
                <a:gd name="connsiteX13" fmla="*/ 16383 w 30765"/>
                <a:gd name="connsiteY13" fmla="*/ 0 h 39528"/>
                <a:gd name="connsiteX14" fmla="*/ 16383 w 30765"/>
                <a:gd name="connsiteY14" fmla="*/ 19336 h 39528"/>
                <a:gd name="connsiteX15" fmla="*/ 19907 w 30765"/>
                <a:gd name="connsiteY15" fmla="*/ 18478 h 39528"/>
                <a:gd name="connsiteX16" fmla="*/ 22289 w 30765"/>
                <a:gd name="connsiteY16" fmla="*/ 16097 h 39528"/>
                <a:gd name="connsiteX17" fmla="*/ 23146 w 30765"/>
                <a:gd name="connsiteY17" fmla="*/ 12573 h 39528"/>
                <a:gd name="connsiteX18" fmla="*/ 22289 w 30765"/>
                <a:gd name="connsiteY18" fmla="*/ 9049 h 39528"/>
                <a:gd name="connsiteX19" fmla="*/ 19907 w 30765"/>
                <a:gd name="connsiteY19" fmla="*/ 6668 h 39528"/>
                <a:gd name="connsiteX20" fmla="*/ 16383 w 30765"/>
                <a:gd name="connsiteY20" fmla="*/ 5810 h 39528"/>
                <a:gd name="connsiteX21" fmla="*/ 6191 w 30765"/>
                <a:gd name="connsiteY21" fmla="*/ 5810 h 39528"/>
                <a:gd name="connsiteX22" fmla="*/ 6191 w 30765"/>
                <a:gd name="connsiteY22" fmla="*/ 19336 h 39528"/>
                <a:gd name="connsiteX23" fmla="*/ 16383 w 30765"/>
                <a:gd name="connsiteY23" fmla="*/ 19336 h 395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30765" h="39528">
                  <a:moveTo>
                    <a:pt x="16383" y="95"/>
                  </a:moveTo>
                  <a:cubicBezTo>
                    <a:pt x="18860" y="95"/>
                    <a:pt x="21050" y="667"/>
                    <a:pt x="23051" y="1715"/>
                  </a:cubicBezTo>
                  <a:cubicBezTo>
                    <a:pt x="25051" y="2762"/>
                    <a:pt x="26575" y="4286"/>
                    <a:pt x="27718" y="6191"/>
                  </a:cubicBezTo>
                  <a:cubicBezTo>
                    <a:pt x="28861" y="8096"/>
                    <a:pt x="29337" y="10192"/>
                    <a:pt x="29337" y="12478"/>
                  </a:cubicBezTo>
                  <a:cubicBezTo>
                    <a:pt x="29337" y="15335"/>
                    <a:pt x="28575" y="17717"/>
                    <a:pt x="27146" y="19622"/>
                  </a:cubicBezTo>
                  <a:cubicBezTo>
                    <a:pt x="25718" y="21527"/>
                    <a:pt x="23908" y="22860"/>
                    <a:pt x="21812" y="23717"/>
                  </a:cubicBezTo>
                  <a:lnTo>
                    <a:pt x="30766" y="39529"/>
                  </a:lnTo>
                  <a:lnTo>
                    <a:pt x="23717" y="39529"/>
                  </a:lnTo>
                  <a:lnTo>
                    <a:pt x="15526" y="24860"/>
                  </a:lnTo>
                  <a:lnTo>
                    <a:pt x="6191" y="24860"/>
                  </a:lnTo>
                  <a:lnTo>
                    <a:pt x="6191" y="39529"/>
                  </a:lnTo>
                  <a:lnTo>
                    <a:pt x="0" y="39529"/>
                  </a:lnTo>
                  <a:lnTo>
                    <a:pt x="0" y="0"/>
                  </a:lnTo>
                  <a:lnTo>
                    <a:pt x="16383" y="0"/>
                  </a:lnTo>
                  <a:close/>
                  <a:moveTo>
                    <a:pt x="16383" y="19336"/>
                  </a:moveTo>
                  <a:cubicBezTo>
                    <a:pt x="17717" y="19336"/>
                    <a:pt x="18860" y="19050"/>
                    <a:pt x="19907" y="18478"/>
                  </a:cubicBezTo>
                  <a:cubicBezTo>
                    <a:pt x="20955" y="17907"/>
                    <a:pt x="21717" y="17050"/>
                    <a:pt x="22289" y="16097"/>
                  </a:cubicBezTo>
                  <a:cubicBezTo>
                    <a:pt x="22860" y="15050"/>
                    <a:pt x="23146" y="13906"/>
                    <a:pt x="23146" y="12573"/>
                  </a:cubicBezTo>
                  <a:cubicBezTo>
                    <a:pt x="23146" y="11240"/>
                    <a:pt x="22860" y="10097"/>
                    <a:pt x="22289" y="9049"/>
                  </a:cubicBezTo>
                  <a:cubicBezTo>
                    <a:pt x="21717" y="8001"/>
                    <a:pt x="20860" y="7239"/>
                    <a:pt x="19907" y="6668"/>
                  </a:cubicBezTo>
                  <a:cubicBezTo>
                    <a:pt x="18860" y="6096"/>
                    <a:pt x="17717" y="5810"/>
                    <a:pt x="16383" y="5810"/>
                  </a:cubicBezTo>
                  <a:lnTo>
                    <a:pt x="6191" y="5810"/>
                  </a:lnTo>
                  <a:lnTo>
                    <a:pt x="6191" y="19336"/>
                  </a:lnTo>
                  <a:lnTo>
                    <a:pt x="16383" y="19336"/>
                  </a:ln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158086483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1_Title Blue B">
    <p:bg>
      <p:bgPr>
        <a:solidFill>
          <a:srgbClr val="184A8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Rectangle"/>
          <p:cNvSpPr/>
          <p:nvPr/>
        </p:nvSpPr>
        <p:spPr>
          <a:xfrm>
            <a:off x="1469360" y="0"/>
            <a:ext cx="3430768" cy="5393161"/>
          </a:xfrm>
          <a:prstGeom prst="rect">
            <a:avLst/>
          </a:prstGeom>
          <a:solidFill>
            <a:schemeClr val="accent1"/>
          </a:solidFill>
          <a:ln w="12700">
            <a:miter lim="400000"/>
          </a:ln>
        </p:spPr>
        <p:txBody>
          <a:bodyPr lIns="0" tIns="0" rIns="0" bIns="0" anchor="ctr"/>
          <a:lstStyle/>
          <a:p>
            <a:pPr algn="ctr" defTabSz="41275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sz="1600"/>
          </a:p>
        </p:txBody>
      </p:sp>
      <p:sp>
        <p:nvSpPr>
          <p:cNvPr id="16" name="Text Placeholder 2">
            <a:extLst>
              <a:ext uri="{FF2B5EF4-FFF2-40B4-BE49-F238E27FC236}">
                <a16:creationId xmlns:a16="http://schemas.microsoft.com/office/drawing/2014/main" id="{6E706504-BEDA-1441-8BC1-243269FBBCB8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1895475" y="3182315"/>
            <a:ext cx="10296524" cy="304800"/>
          </a:xfrm>
        </p:spPr>
        <p:txBody>
          <a:bodyPr>
            <a:normAutofit/>
          </a:bodyPr>
          <a:lstStyle>
            <a:lvl1pPr marL="0" indent="0">
              <a:buNone/>
              <a:defRPr sz="1600" b="1" i="0">
                <a:solidFill>
                  <a:srgbClr val="00C7FD"/>
                </a:solidFill>
                <a:latin typeface="Intel Clear" panose="020B0604020203020204" pitchFamily="34" charset="0"/>
                <a:ea typeface="Intel Clear" panose="020B0604020203020204" pitchFamily="34" charset="0"/>
                <a:cs typeface="Intel Clear" panose="020B0604020203020204" pitchFamily="34" charset="0"/>
              </a:defRPr>
            </a:lvl1pPr>
          </a:lstStyle>
          <a:p>
            <a:r>
              <a:rPr lang="en-US" dirty="0"/>
              <a:t>16pt Intel Clear Bold Intro:</a:t>
            </a:r>
          </a:p>
        </p:txBody>
      </p:sp>
      <p:sp>
        <p:nvSpPr>
          <p:cNvPr id="31" name="Title Text">
            <a:extLst>
              <a:ext uri="{FF2B5EF4-FFF2-40B4-BE49-F238E27FC236}">
                <a16:creationId xmlns:a16="http://schemas.microsoft.com/office/drawing/2014/main" id="{89FD31ED-4225-F549-987B-028F84979F81}"/>
              </a:ext>
            </a:extLst>
          </p:cNvPr>
          <p:cNvSpPr txBox="1">
            <a:spLocks noGrp="1"/>
          </p:cNvSpPr>
          <p:nvPr>
            <p:ph type="title" hasCustomPrompt="1"/>
          </p:nvPr>
        </p:nvSpPr>
        <p:spPr>
          <a:xfrm>
            <a:off x="1895475" y="3585279"/>
            <a:ext cx="10972801" cy="109182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noAutofit/>
          </a:bodyPr>
          <a:lstStyle>
            <a:lvl1pPr>
              <a:defRPr sz="75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75 </a:t>
            </a:r>
            <a:r>
              <a:rPr lang="en-US" dirty="0" err="1"/>
              <a:t>pt</a:t>
            </a:r>
            <a:r>
              <a:rPr lang="en-US" dirty="0"/>
              <a:t> Intel Clear Light</a:t>
            </a:r>
            <a:endParaRPr dirty="0"/>
          </a:p>
        </p:txBody>
      </p:sp>
      <p:sp>
        <p:nvSpPr>
          <p:cNvPr id="21" name="Text Placeholder 6">
            <a:extLst>
              <a:ext uri="{FF2B5EF4-FFF2-40B4-BE49-F238E27FC236}">
                <a16:creationId xmlns:a16="http://schemas.microsoft.com/office/drawing/2014/main" id="{71E0DDC0-B435-4D0B-837E-0E27121099BC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1908348" y="4778609"/>
            <a:ext cx="10283651" cy="326776"/>
          </a:xfrm>
        </p:spPr>
        <p:txBody>
          <a:bodyPr>
            <a:normAutofit/>
          </a:bodyPr>
          <a:lstStyle>
            <a:lvl1pPr marL="0" indent="0">
              <a:buNone/>
              <a:defRPr sz="1800" b="0" i="0">
                <a:solidFill>
                  <a:schemeClr val="bg1"/>
                </a:solidFill>
                <a:latin typeface="Intel Clear" panose="020B0604020203020204" pitchFamily="34" charset="0"/>
                <a:ea typeface="Intel Clear" panose="020B0604020203020204" pitchFamily="34" charset="0"/>
                <a:cs typeface="Intel Clear" panose="020B0604020203020204" pitchFamily="34" charset="0"/>
              </a:defRPr>
            </a:lvl1pPr>
          </a:lstStyle>
          <a:p>
            <a:r>
              <a:rPr lang="en-US" dirty="0"/>
              <a:t>18pt Intel Clear Subhead, Date, Etc.</a:t>
            </a:r>
          </a:p>
        </p:txBody>
      </p:sp>
      <p:sp>
        <p:nvSpPr>
          <p:cNvPr id="10" name="Square">
            <a:extLst>
              <a:ext uri="{FF2B5EF4-FFF2-40B4-BE49-F238E27FC236}">
                <a16:creationId xmlns:a16="http://schemas.microsoft.com/office/drawing/2014/main" id="{5F1BD0FC-D3B7-4D2E-989A-64ED187DAF99}"/>
              </a:ext>
            </a:extLst>
          </p:cNvPr>
          <p:cNvSpPr/>
          <p:nvPr/>
        </p:nvSpPr>
        <p:spPr>
          <a:xfrm>
            <a:off x="861107" y="5390896"/>
            <a:ext cx="607299" cy="607299"/>
          </a:xfrm>
          <a:prstGeom prst="rect">
            <a:avLst/>
          </a:prstGeom>
          <a:solidFill>
            <a:schemeClr val="accent4"/>
          </a:solidFill>
          <a:ln w="12700">
            <a:miter lim="400000"/>
          </a:ln>
        </p:spPr>
        <p:txBody>
          <a:bodyPr lIns="0" tIns="0" rIns="0" bIns="0" anchor="ctr"/>
          <a:lstStyle/>
          <a:p>
            <a:pPr algn="ctr" defTabSz="41275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026FC5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sz="1600"/>
          </a:p>
        </p:txBody>
      </p:sp>
      <p:sp>
        <p:nvSpPr>
          <p:cNvPr id="11" name="Rectangle">
            <a:extLst>
              <a:ext uri="{FF2B5EF4-FFF2-40B4-BE49-F238E27FC236}">
                <a16:creationId xmlns:a16="http://schemas.microsoft.com/office/drawing/2014/main" id="{3D2DE0DF-793A-4E90-BB4C-004CD646F4EF}"/>
              </a:ext>
            </a:extLst>
          </p:cNvPr>
          <p:cNvSpPr/>
          <p:nvPr/>
        </p:nvSpPr>
        <p:spPr>
          <a:xfrm>
            <a:off x="576067" y="5108797"/>
            <a:ext cx="286654" cy="282073"/>
          </a:xfrm>
          <a:prstGeom prst="rect">
            <a:avLst/>
          </a:prstGeom>
          <a:solidFill>
            <a:schemeClr val="accent3"/>
          </a:solidFill>
          <a:ln w="12700">
            <a:miter lim="400000"/>
          </a:ln>
        </p:spPr>
        <p:txBody>
          <a:bodyPr lIns="0" tIns="0" rIns="0" bIns="0" anchor="ctr"/>
          <a:lstStyle/>
          <a:p>
            <a:pPr algn="ctr" defTabSz="41275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026FC5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sz="1600"/>
          </a:p>
        </p:txBody>
      </p:sp>
      <p:sp>
        <p:nvSpPr>
          <p:cNvPr id="12" name="Square">
            <a:extLst>
              <a:ext uri="{FF2B5EF4-FFF2-40B4-BE49-F238E27FC236}">
                <a16:creationId xmlns:a16="http://schemas.microsoft.com/office/drawing/2014/main" id="{C39C59F8-1EBA-44B6-940C-E67247F76722}"/>
              </a:ext>
            </a:extLst>
          </p:cNvPr>
          <p:cNvSpPr/>
          <p:nvPr/>
        </p:nvSpPr>
        <p:spPr>
          <a:xfrm>
            <a:off x="861107" y="4952474"/>
            <a:ext cx="157461" cy="157461"/>
          </a:xfrm>
          <a:prstGeom prst="rect">
            <a:avLst/>
          </a:prstGeom>
          <a:solidFill>
            <a:schemeClr val="accent4"/>
          </a:solidFill>
          <a:ln w="12700">
            <a:miter lim="400000"/>
          </a:ln>
        </p:spPr>
        <p:txBody>
          <a:bodyPr lIns="0" tIns="0" rIns="0" bIns="0" anchor="ctr"/>
          <a:lstStyle/>
          <a:p>
            <a:pPr algn="ctr" defTabSz="41275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026FC5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sz="1600"/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25251DAF-788D-46D0-84B3-34DFEE6262F3}"/>
              </a:ext>
            </a:extLst>
          </p:cNvPr>
          <p:cNvGrpSpPr/>
          <p:nvPr/>
        </p:nvGrpSpPr>
        <p:grpSpPr>
          <a:xfrm>
            <a:off x="1468406" y="5995719"/>
            <a:ext cx="1059754" cy="396801"/>
            <a:chOff x="1314450" y="6391094"/>
            <a:chExt cx="1123377" cy="420623"/>
          </a:xfrm>
        </p:grpSpPr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A050DF4B-855E-41F4-9B0B-9B0BA01FB4FE}"/>
                </a:ext>
              </a:extLst>
            </p:cNvPr>
            <p:cNvSpPr/>
            <p:nvPr/>
          </p:nvSpPr>
          <p:spPr>
            <a:xfrm>
              <a:off x="1314450" y="6396809"/>
              <a:ext cx="78581" cy="78581"/>
            </a:xfrm>
            <a:custGeom>
              <a:avLst/>
              <a:gdLst>
                <a:gd name="connsiteX0" fmla="*/ 0 w 78581"/>
                <a:gd name="connsiteY0" fmla="*/ 0 h 78581"/>
                <a:gd name="connsiteX1" fmla="*/ 78581 w 78581"/>
                <a:gd name="connsiteY1" fmla="*/ 0 h 78581"/>
                <a:gd name="connsiteX2" fmla="*/ 78581 w 78581"/>
                <a:gd name="connsiteY2" fmla="*/ 78581 h 78581"/>
                <a:gd name="connsiteX3" fmla="*/ 0 w 78581"/>
                <a:gd name="connsiteY3" fmla="*/ 78581 h 785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8581" h="78581">
                  <a:moveTo>
                    <a:pt x="0" y="0"/>
                  </a:moveTo>
                  <a:lnTo>
                    <a:pt x="78581" y="0"/>
                  </a:lnTo>
                  <a:lnTo>
                    <a:pt x="78581" y="78581"/>
                  </a:lnTo>
                  <a:lnTo>
                    <a:pt x="0" y="78581"/>
                  </a:lnTo>
                  <a:close/>
                </a:path>
              </a:pathLst>
            </a:custGeom>
            <a:solidFill>
              <a:srgbClr val="00B2E3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D5E76890-19E8-4E79-B88A-5E246700E0DB}"/>
                </a:ext>
              </a:extLst>
            </p:cNvPr>
            <p:cNvSpPr/>
            <p:nvPr/>
          </p:nvSpPr>
          <p:spPr>
            <a:xfrm>
              <a:off x="1316545" y="6391094"/>
              <a:ext cx="995171" cy="420623"/>
            </a:xfrm>
            <a:custGeom>
              <a:avLst/>
              <a:gdLst>
                <a:gd name="connsiteX0" fmla="*/ 74486 w 995171"/>
                <a:gd name="connsiteY0" fmla="*/ 131921 h 420623"/>
                <a:gd name="connsiteX1" fmla="*/ 0 w 995171"/>
                <a:gd name="connsiteY1" fmla="*/ 131921 h 420623"/>
                <a:gd name="connsiteX2" fmla="*/ 0 w 995171"/>
                <a:gd name="connsiteY2" fmla="*/ 414719 h 420623"/>
                <a:gd name="connsiteX3" fmla="*/ 74486 w 995171"/>
                <a:gd name="connsiteY3" fmla="*/ 414719 h 420623"/>
                <a:gd name="connsiteX4" fmla="*/ 74486 w 995171"/>
                <a:gd name="connsiteY4" fmla="*/ 131921 h 420623"/>
                <a:gd name="connsiteX5" fmla="*/ 568262 w 995171"/>
                <a:gd name="connsiteY5" fmla="*/ 417576 h 420623"/>
                <a:gd name="connsiteX6" fmla="*/ 568262 w 995171"/>
                <a:gd name="connsiteY6" fmla="*/ 348234 h 420623"/>
                <a:gd name="connsiteX7" fmla="*/ 541306 w 995171"/>
                <a:gd name="connsiteY7" fmla="*/ 346520 h 420623"/>
                <a:gd name="connsiteX8" fmla="*/ 523780 w 995171"/>
                <a:gd name="connsiteY8" fmla="*/ 338804 h 420623"/>
                <a:gd name="connsiteX9" fmla="*/ 516065 w 995171"/>
                <a:gd name="connsiteY9" fmla="*/ 321945 h 420623"/>
                <a:gd name="connsiteX10" fmla="*/ 514350 w 995171"/>
                <a:gd name="connsiteY10" fmla="*/ 294608 h 420623"/>
                <a:gd name="connsiteX11" fmla="*/ 514350 w 995171"/>
                <a:gd name="connsiteY11" fmla="*/ 195644 h 420623"/>
                <a:gd name="connsiteX12" fmla="*/ 568262 w 995171"/>
                <a:gd name="connsiteY12" fmla="*/ 195644 h 420623"/>
                <a:gd name="connsiteX13" fmla="*/ 568262 w 995171"/>
                <a:gd name="connsiteY13" fmla="*/ 131921 h 420623"/>
                <a:gd name="connsiteX14" fmla="*/ 514350 w 995171"/>
                <a:gd name="connsiteY14" fmla="*/ 131921 h 420623"/>
                <a:gd name="connsiteX15" fmla="*/ 514350 w 995171"/>
                <a:gd name="connsiteY15" fmla="*/ 21812 h 420623"/>
                <a:gd name="connsiteX16" fmla="*/ 439865 w 995171"/>
                <a:gd name="connsiteY16" fmla="*/ 21812 h 420623"/>
                <a:gd name="connsiteX17" fmla="*/ 439865 w 995171"/>
                <a:gd name="connsiteY17" fmla="*/ 295180 h 420623"/>
                <a:gd name="connsiteX18" fmla="*/ 445865 w 995171"/>
                <a:gd name="connsiteY18" fmla="*/ 353473 h 420623"/>
                <a:gd name="connsiteX19" fmla="*/ 465677 w 995171"/>
                <a:gd name="connsiteY19" fmla="*/ 391001 h 420623"/>
                <a:gd name="connsiteX20" fmla="*/ 502063 w 995171"/>
                <a:gd name="connsiteY20" fmla="*/ 411385 h 420623"/>
                <a:gd name="connsiteX21" fmla="*/ 558927 w 995171"/>
                <a:gd name="connsiteY21" fmla="*/ 417671 h 420623"/>
                <a:gd name="connsiteX22" fmla="*/ 568262 w 995171"/>
                <a:gd name="connsiteY22" fmla="*/ 417671 h 420623"/>
                <a:gd name="connsiteX23" fmla="*/ 995172 w 995171"/>
                <a:gd name="connsiteY23" fmla="*/ 0 h 420623"/>
                <a:gd name="connsiteX24" fmla="*/ 920687 w 995171"/>
                <a:gd name="connsiteY24" fmla="*/ 0 h 420623"/>
                <a:gd name="connsiteX25" fmla="*/ 920687 w 995171"/>
                <a:gd name="connsiteY25" fmla="*/ 414719 h 420623"/>
                <a:gd name="connsiteX26" fmla="*/ 995172 w 995171"/>
                <a:gd name="connsiteY26" fmla="*/ 414719 h 420623"/>
                <a:gd name="connsiteX27" fmla="*/ 995172 w 995171"/>
                <a:gd name="connsiteY27" fmla="*/ 0 h 420623"/>
                <a:gd name="connsiteX28" fmla="*/ 367951 w 995171"/>
                <a:gd name="connsiteY28" fmla="*/ 159830 h 420623"/>
                <a:gd name="connsiteX29" fmla="*/ 281273 w 995171"/>
                <a:gd name="connsiteY29" fmla="*/ 126206 h 420623"/>
                <a:gd name="connsiteX30" fmla="*/ 232410 w 995171"/>
                <a:gd name="connsiteY30" fmla="*/ 137065 h 420623"/>
                <a:gd name="connsiteX31" fmla="*/ 195358 w 995171"/>
                <a:gd name="connsiteY31" fmla="*/ 167259 h 420623"/>
                <a:gd name="connsiteX32" fmla="*/ 191262 w 995171"/>
                <a:gd name="connsiteY32" fmla="*/ 172498 h 420623"/>
                <a:gd name="connsiteX33" fmla="*/ 191262 w 995171"/>
                <a:gd name="connsiteY33" fmla="*/ 167831 h 420623"/>
                <a:gd name="connsiteX34" fmla="*/ 191262 w 995171"/>
                <a:gd name="connsiteY34" fmla="*/ 132017 h 420623"/>
                <a:gd name="connsiteX35" fmla="*/ 117920 w 995171"/>
                <a:gd name="connsiteY35" fmla="*/ 132017 h 420623"/>
                <a:gd name="connsiteX36" fmla="*/ 117920 w 995171"/>
                <a:gd name="connsiteY36" fmla="*/ 414814 h 420623"/>
                <a:gd name="connsiteX37" fmla="*/ 191929 w 995171"/>
                <a:gd name="connsiteY37" fmla="*/ 414814 h 420623"/>
                <a:gd name="connsiteX38" fmla="*/ 191929 w 995171"/>
                <a:gd name="connsiteY38" fmla="*/ 264128 h 420623"/>
                <a:gd name="connsiteX39" fmla="*/ 192024 w 995171"/>
                <a:gd name="connsiteY39" fmla="*/ 274606 h 420623"/>
                <a:gd name="connsiteX40" fmla="*/ 192119 w 995171"/>
                <a:gd name="connsiteY40" fmla="*/ 269558 h 420623"/>
                <a:gd name="connsiteX41" fmla="*/ 211741 w 995171"/>
                <a:gd name="connsiteY41" fmla="*/ 210884 h 420623"/>
                <a:gd name="connsiteX42" fmla="*/ 258985 w 995171"/>
                <a:gd name="connsiteY42" fmla="*/ 190786 h 420623"/>
                <a:gd name="connsiteX43" fmla="*/ 307753 w 995171"/>
                <a:gd name="connsiteY43" fmla="*/ 210407 h 420623"/>
                <a:gd name="connsiteX44" fmla="*/ 323945 w 995171"/>
                <a:gd name="connsiteY44" fmla="*/ 264605 h 420623"/>
                <a:gd name="connsiteX45" fmla="*/ 323945 w 995171"/>
                <a:gd name="connsiteY45" fmla="*/ 264605 h 420623"/>
                <a:gd name="connsiteX46" fmla="*/ 323945 w 995171"/>
                <a:gd name="connsiteY46" fmla="*/ 265176 h 420623"/>
                <a:gd name="connsiteX47" fmla="*/ 323945 w 995171"/>
                <a:gd name="connsiteY47" fmla="*/ 265271 h 420623"/>
                <a:gd name="connsiteX48" fmla="*/ 323945 w 995171"/>
                <a:gd name="connsiteY48" fmla="*/ 414814 h 420623"/>
                <a:gd name="connsiteX49" fmla="*/ 399098 w 995171"/>
                <a:gd name="connsiteY49" fmla="*/ 414814 h 420623"/>
                <a:gd name="connsiteX50" fmla="*/ 399098 w 995171"/>
                <a:gd name="connsiteY50" fmla="*/ 254222 h 420623"/>
                <a:gd name="connsiteX51" fmla="*/ 367951 w 995171"/>
                <a:gd name="connsiteY51" fmla="*/ 159830 h 420623"/>
                <a:gd name="connsiteX52" fmla="*/ 881825 w 995171"/>
                <a:gd name="connsiteY52" fmla="*/ 272796 h 420623"/>
                <a:gd name="connsiteX53" fmla="*/ 871061 w 995171"/>
                <a:gd name="connsiteY53" fmla="*/ 215646 h 420623"/>
                <a:gd name="connsiteX54" fmla="*/ 841057 w 995171"/>
                <a:gd name="connsiteY54" fmla="*/ 168974 h 420623"/>
                <a:gd name="connsiteX55" fmla="*/ 794957 w 995171"/>
                <a:gd name="connsiteY55" fmla="*/ 137636 h 420623"/>
                <a:gd name="connsiteX56" fmla="*/ 735806 w 995171"/>
                <a:gd name="connsiteY56" fmla="*/ 126302 h 420623"/>
                <a:gd name="connsiteX57" fmla="*/ 678371 w 995171"/>
                <a:gd name="connsiteY57" fmla="*/ 137922 h 420623"/>
                <a:gd name="connsiteX58" fmla="*/ 631698 w 995171"/>
                <a:gd name="connsiteY58" fmla="*/ 169355 h 420623"/>
                <a:gd name="connsiteX59" fmla="*/ 600266 w 995171"/>
                <a:gd name="connsiteY59" fmla="*/ 216027 h 420623"/>
                <a:gd name="connsiteX60" fmla="*/ 588645 w 995171"/>
                <a:gd name="connsiteY60" fmla="*/ 273463 h 420623"/>
                <a:gd name="connsiteX61" fmla="*/ 599694 w 995171"/>
                <a:gd name="connsiteY61" fmla="*/ 330899 h 420623"/>
                <a:gd name="connsiteX62" fmla="*/ 630269 w 995171"/>
                <a:gd name="connsiteY62" fmla="*/ 377571 h 420623"/>
                <a:gd name="connsiteX63" fmla="*/ 677513 w 995171"/>
                <a:gd name="connsiteY63" fmla="*/ 409004 h 420623"/>
                <a:gd name="connsiteX64" fmla="*/ 738092 w 995171"/>
                <a:gd name="connsiteY64" fmla="*/ 420624 h 420623"/>
                <a:gd name="connsiteX65" fmla="*/ 863918 w 995171"/>
                <a:gd name="connsiteY65" fmla="*/ 365093 h 420623"/>
                <a:gd name="connsiteX66" fmla="*/ 810292 w 995171"/>
                <a:gd name="connsiteY66" fmla="*/ 324231 h 420623"/>
                <a:gd name="connsiteX67" fmla="*/ 738664 w 995171"/>
                <a:gd name="connsiteY67" fmla="*/ 355854 h 420623"/>
                <a:gd name="connsiteX68" fmla="*/ 687229 w 995171"/>
                <a:gd name="connsiteY68" fmla="*/ 341376 h 420623"/>
                <a:gd name="connsiteX69" fmla="*/ 660368 w 995171"/>
                <a:gd name="connsiteY69" fmla="*/ 302133 h 420623"/>
                <a:gd name="connsiteX70" fmla="*/ 659606 w 995171"/>
                <a:gd name="connsiteY70" fmla="*/ 299466 h 420623"/>
                <a:gd name="connsiteX71" fmla="*/ 881825 w 995171"/>
                <a:gd name="connsiteY71" fmla="*/ 299466 h 420623"/>
                <a:gd name="connsiteX72" fmla="*/ 881825 w 995171"/>
                <a:gd name="connsiteY72" fmla="*/ 272796 h 420623"/>
                <a:gd name="connsiteX73" fmla="*/ 660368 w 995171"/>
                <a:gd name="connsiteY73" fmla="*/ 246793 h 420623"/>
                <a:gd name="connsiteX74" fmla="*/ 735330 w 995171"/>
                <a:gd name="connsiteY74" fmla="*/ 189929 h 420623"/>
                <a:gd name="connsiteX75" fmla="*/ 810387 w 995171"/>
                <a:gd name="connsiteY75" fmla="*/ 246698 h 420623"/>
                <a:gd name="connsiteX76" fmla="*/ 660368 w 995171"/>
                <a:gd name="connsiteY76" fmla="*/ 246793 h 4206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</a:cxnLst>
              <a:rect l="l" t="t" r="r" b="b"/>
              <a:pathLst>
                <a:path w="995171" h="420623">
                  <a:moveTo>
                    <a:pt x="74486" y="131921"/>
                  </a:moveTo>
                  <a:lnTo>
                    <a:pt x="0" y="131921"/>
                  </a:lnTo>
                  <a:lnTo>
                    <a:pt x="0" y="414719"/>
                  </a:lnTo>
                  <a:lnTo>
                    <a:pt x="74486" y="414719"/>
                  </a:lnTo>
                  <a:lnTo>
                    <a:pt x="74486" y="131921"/>
                  </a:lnTo>
                  <a:close/>
                  <a:moveTo>
                    <a:pt x="568262" y="417576"/>
                  </a:moveTo>
                  <a:lnTo>
                    <a:pt x="568262" y="348234"/>
                  </a:lnTo>
                  <a:cubicBezTo>
                    <a:pt x="557308" y="348139"/>
                    <a:pt x="548259" y="347567"/>
                    <a:pt x="541306" y="346520"/>
                  </a:cubicBezTo>
                  <a:cubicBezTo>
                    <a:pt x="533591" y="345281"/>
                    <a:pt x="527685" y="342710"/>
                    <a:pt x="523780" y="338804"/>
                  </a:cubicBezTo>
                  <a:cubicBezTo>
                    <a:pt x="519875" y="334899"/>
                    <a:pt x="517303" y="329184"/>
                    <a:pt x="516065" y="321945"/>
                  </a:cubicBezTo>
                  <a:cubicBezTo>
                    <a:pt x="514922" y="314992"/>
                    <a:pt x="514350" y="305753"/>
                    <a:pt x="514350" y="294608"/>
                  </a:cubicBezTo>
                  <a:lnTo>
                    <a:pt x="514350" y="195644"/>
                  </a:lnTo>
                  <a:lnTo>
                    <a:pt x="568262" y="195644"/>
                  </a:lnTo>
                  <a:lnTo>
                    <a:pt x="568262" y="131921"/>
                  </a:lnTo>
                  <a:lnTo>
                    <a:pt x="514350" y="131921"/>
                  </a:lnTo>
                  <a:lnTo>
                    <a:pt x="514350" y="21812"/>
                  </a:lnTo>
                  <a:lnTo>
                    <a:pt x="439865" y="21812"/>
                  </a:lnTo>
                  <a:lnTo>
                    <a:pt x="439865" y="295180"/>
                  </a:lnTo>
                  <a:cubicBezTo>
                    <a:pt x="439865" y="318230"/>
                    <a:pt x="441865" y="337852"/>
                    <a:pt x="445865" y="353473"/>
                  </a:cubicBezTo>
                  <a:cubicBezTo>
                    <a:pt x="449771" y="368903"/>
                    <a:pt x="456438" y="381572"/>
                    <a:pt x="465677" y="391001"/>
                  </a:cubicBezTo>
                  <a:cubicBezTo>
                    <a:pt x="474917" y="400431"/>
                    <a:pt x="487204" y="407289"/>
                    <a:pt x="502063" y="411385"/>
                  </a:cubicBezTo>
                  <a:cubicBezTo>
                    <a:pt x="517112" y="415481"/>
                    <a:pt x="536258" y="417671"/>
                    <a:pt x="558927" y="417671"/>
                  </a:cubicBezTo>
                  <a:lnTo>
                    <a:pt x="568262" y="417671"/>
                  </a:lnTo>
                  <a:close/>
                  <a:moveTo>
                    <a:pt x="995172" y="0"/>
                  </a:moveTo>
                  <a:lnTo>
                    <a:pt x="920687" y="0"/>
                  </a:lnTo>
                  <a:lnTo>
                    <a:pt x="920687" y="414719"/>
                  </a:lnTo>
                  <a:lnTo>
                    <a:pt x="995172" y="414719"/>
                  </a:lnTo>
                  <a:lnTo>
                    <a:pt x="995172" y="0"/>
                  </a:lnTo>
                  <a:close/>
                  <a:moveTo>
                    <a:pt x="367951" y="159830"/>
                  </a:moveTo>
                  <a:cubicBezTo>
                    <a:pt x="347282" y="137541"/>
                    <a:pt x="318135" y="126206"/>
                    <a:pt x="281273" y="126206"/>
                  </a:cubicBezTo>
                  <a:cubicBezTo>
                    <a:pt x="263462" y="126206"/>
                    <a:pt x="247079" y="129921"/>
                    <a:pt x="232410" y="137065"/>
                  </a:cubicBezTo>
                  <a:cubicBezTo>
                    <a:pt x="217742" y="144304"/>
                    <a:pt x="205264" y="154496"/>
                    <a:pt x="195358" y="167259"/>
                  </a:cubicBezTo>
                  <a:lnTo>
                    <a:pt x="191262" y="172498"/>
                  </a:lnTo>
                  <a:lnTo>
                    <a:pt x="191262" y="167831"/>
                  </a:lnTo>
                  <a:lnTo>
                    <a:pt x="191262" y="132017"/>
                  </a:lnTo>
                  <a:lnTo>
                    <a:pt x="117920" y="132017"/>
                  </a:lnTo>
                  <a:lnTo>
                    <a:pt x="117920" y="414814"/>
                  </a:lnTo>
                  <a:lnTo>
                    <a:pt x="191929" y="414814"/>
                  </a:lnTo>
                  <a:lnTo>
                    <a:pt x="191929" y="264128"/>
                  </a:lnTo>
                  <a:lnTo>
                    <a:pt x="192024" y="274606"/>
                  </a:lnTo>
                  <a:cubicBezTo>
                    <a:pt x="192024" y="272891"/>
                    <a:pt x="192024" y="271177"/>
                    <a:pt x="192119" y="269558"/>
                  </a:cubicBezTo>
                  <a:cubicBezTo>
                    <a:pt x="192881" y="243173"/>
                    <a:pt x="199454" y="223456"/>
                    <a:pt x="211741" y="210884"/>
                  </a:cubicBezTo>
                  <a:cubicBezTo>
                    <a:pt x="224790" y="197549"/>
                    <a:pt x="240697" y="190786"/>
                    <a:pt x="258985" y="190786"/>
                  </a:cubicBezTo>
                  <a:cubicBezTo>
                    <a:pt x="280511" y="190786"/>
                    <a:pt x="296894" y="197358"/>
                    <a:pt x="307753" y="210407"/>
                  </a:cubicBezTo>
                  <a:cubicBezTo>
                    <a:pt x="318421" y="223171"/>
                    <a:pt x="323850" y="241364"/>
                    <a:pt x="323945" y="264605"/>
                  </a:cubicBezTo>
                  <a:lnTo>
                    <a:pt x="323945" y="264605"/>
                  </a:lnTo>
                  <a:lnTo>
                    <a:pt x="323945" y="265176"/>
                  </a:lnTo>
                  <a:lnTo>
                    <a:pt x="323945" y="265271"/>
                  </a:lnTo>
                  <a:lnTo>
                    <a:pt x="323945" y="414814"/>
                  </a:lnTo>
                  <a:lnTo>
                    <a:pt x="399098" y="414814"/>
                  </a:lnTo>
                  <a:lnTo>
                    <a:pt x="399098" y="254222"/>
                  </a:lnTo>
                  <a:cubicBezTo>
                    <a:pt x="399193" y="213931"/>
                    <a:pt x="388620" y="182118"/>
                    <a:pt x="367951" y="159830"/>
                  </a:cubicBezTo>
                  <a:moveTo>
                    <a:pt x="881825" y="272796"/>
                  </a:moveTo>
                  <a:cubicBezTo>
                    <a:pt x="881825" y="252508"/>
                    <a:pt x="878205" y="233267"/>
                    <a:pt x="871061" y="215646"/>
                  </a:cubicBezTo>
                  <a:cubicBezTo>
                    <a:pt x="863918" y="198025"/>
                    <a:pt x="853821" y="182309"/>
                    <a:pt x="841057" y="168974"/>
                  </a:cubicBezTo>
                  <a:cubicBezTo>
                    <a:pt x="828294" y="155639"/>
                    <a:pt x="812768" y="145066"/>
                    <a:pt x="794957" y="137636"/>
                  </a:cubicBezTo>
                  <a:cubicBezTo>
                    <a:pt x="777145" y="130112"/>
                    <a:pt x="757238" y="126302"/>
                    <a:pt x="735806" y="126302"/>
                  </a:cubicBezTo>
                  <a:cubicBezTo>
                    <a:pt x="715518" y="126302"/>
                    <a:pt x="696182" y="130207"/>
                    <a:pt x="678371" y="137922"/>
                  </a:cubicBezTo>
                  <a:cubicBezTo>
                    <a:pt x="660559" y="145637"/>
                    <a:pt x="644843" y="156210"/>
                    <a:pt x="631698" y="169355"/>
                  </a:cubicBezTo>
                  <a:cubicBezTo>
                    <a:pt x="618554" y="182499"/>
                    <a:pt x="607981" y="198215"/>
                    <a:pt x="600266" y="216027"/>
                  </a:cubicBezTo>
                  <a:cubicBezTo>
                    <a:pt x="592550" y="233839"/>
                    <a:pt x="588645" y="253175"/>
                    <a:pt x="588645" y="273463"/>
                  </a:cubicBezTo>
                  <a:cubicBezTo>
                    <a:pt x="588645" y="293751"/>
                    <a:pt x="592360" y="313087"/>
                    <a:pt x="599694" y="330899"/>
                  </a:cubicBezTo>
                  <a:cubicBezTo>
                    <a:pt x="607028" y="348710"/>
                    <a:pt x="617315" y="364426"/>
                    <a:pt x="630269" y="377571"/>
                  </a:cubicBezTo>
                  <a:cubicBezTo>
                    <a:pt x="643223" y="390716"/>
                    <a:pt x="659130" y="401288"/>
                    <a:pt x="677513" y="409004"/>
                  </a:cubicBezTo>
                  <a:cubicBezTo>
                    <a:pt x="695897" y="416719"/>
                    <a:pt x="716280" y="420624"/>
                    <a:pt x="738092" y="420624"/>
                  </a:cubicBezTo>
                  <a:cubicBezTo>
                    <a:pt x="801148" y="420624"/>
                    <a:pt x="840391" y="391954"/>
                    <a:pt x="863918" y="365093"/>
                  </a:cubicBezTo>
                  <a:lnTo>
                    <a:pt x="810292" y="324231"/>
                  </a:lnTo>
                  <a:cubicBezTo>
                    <a:pt x="798957" y="337661"/>
                    <a:pt x="772192" y="355854"/>
                    <a:pt x="738664" y="355854"/>
                  </a:cubicBezTo>
                  <a:cubicBezTo>
                    <a:pt x="717614" y="355854"/>
                    <a:pt x="700373" y="350996"/>
                    <a:pt x="687229" y="341376"/>
                  </a:cubicBezTo>
                  <a:cubicBezTo>
                    <a:pt x="674084" y="331756"/>
                    <a:pt x="665036" y="318611"/>
                    <a:pt x="660368" y="302133"/>
                  </a:cubicBezTo>
                  <a:lnTo>
                    <a:pt x="659606" y="299466"/>
                  </a:lnTo>
                  <a:lnTo>
                    <a:pt x="881825" y="299466"/>
                  </a:lnTo>
                  <a:lnTo>
                    <a:pt x="881825" y="272796"/>
                  </a:lnTo>
                  <a:close/>
                  <a:moveTo>
                    <a:pt x="660368" y="246793"/>
                  </a:moveTo>
                  <a:cubicBezTo>
                    <a:pt x="660368" y="226124"/>
                    <a:pt x="684086" y="189929"/>
                    <a:pt x="735330" y="189929"/>
                  </a:cubicBezTo>
                  <a:cubicBezTo>
                    <a:pt x="786575" y="189929"/>
                    <a:pt x="810387" y="226028"/>
                    <a:pt x="810387" y="246698"/>
                  </a:cubicBezTo>
                  <a:lnTo>
                    <a:pt x="660368" y="246793"/>
                  </a:ln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1094D935-4B06-467E-ACD3-E78CD1B86EE3}"/>
                </a:ext>
              </a:extLst>
            </p:cNvPr>
            <p:cNvSpPr/>
            <p:nvPr/>
          </p:nvSpPr>
          <p:spPr>
            <a:xfrm>
              <a:off x="2358770" y="6728469"/>
              <a:ext cx="79057" cy="79057"/>
            </a:xfrm>
            <a:custGeom>
              <a:avLst/>
              <a:gdLst>
                <a:gd name="connsiteX0" fmla="*/ 39529 w 79057"/>
                <a:gd name="connsiteY0" fmla="*/ 5620 h 79057"/>
                <a:gd name="connsiteX1" fmla="*/ 73438 w 79057"/>
                <a:gd name="connsiteY1" fmla="*/ 39529 h 79057"/>
                <a:gd name="connsiteX2" fmla="*/ 39529 w 79057"/>
                <a:gd name="connsiteY2" fmla="*/ 73438 h 79057"/>
                <a:gd name="connsiteX3" fmla="*/ 5620 w 79057"/>
                <a:gd name="connsiteY3" fmla="*/ 39529 h 79057"/>
                <a:gd name="connsiteX4" fmla="*/ 39529 w 79057"/>
                <a:gd name="connsiteY4" fmla="*/ 5620 h 79057"/>
                <a:gd name="connsiteX5" fmla="*/ 39529 w 79057"/>
                <a:gd name="connsiteY5" fmla="*/ 0 h 79057"/>
                <a:gd name="connsiteX6" fmla="*/ 0 w 79057"/>
                <a:gd name="connsiteY6" fmla="*/ 39529 h 79057"/>
                <a:gd name="connsiteX7" fmla="*/ 39529 w 79057"/>
                <a:gd name="connsiteY7" fmla="*/ 79058 h 79057"/>
                <a:gd name="connsiteX8" fmla="*/ 79058 w 79057"/>
                <a:gd name="connsiteY8" fmla="*/ 39529 h 79057"/>
                <a:gd name="connsiteX9" fmla="*/ 39529 w 79057"/>
                <a:gd name="connsiteY9" fmla="*/ 0 h 790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79057" h="79057">
                  <a:moveTo>
                    <a:pt x="39529" y="5620"/>
                  </a:moveTo>
                  <a:cubicBezTo>
                    <a:pt x="58198" y="5620"/>
                    <a:pt x="73438" y="20860"/>
                    <a:pt x="73438" y="39529"/>
                  </a:cubicBezTo>
                  <a:cubicBezTo>
                    <a:pt x="73438" y="58198"/>
                    <a:pt x="58198" y="73438"/>
                    <a:pt x="39529" y="73438"/>
                  </a:cubicBezTo>
                  <a:cubicBezTo>
                    <a:pt x="20860" y="73438"/>
                    <a:pt x="5620" y="58198"/>
                    <a:pt x="5620" y="39529"/>
                  </a:cubicBezTo>
                  <a:cubicBezTo>
                    <a:pt x="5620" y="20860"/>
                    <a:pt x="20860" y="5620"/>
                    <a:pt x="39529" y="5620"/>
                  </a:cubicBezTo>
                  <a:moveTo>
                    <a:pt x="39529" y="0"/>
                  </a:moveTo>
                  <a:cubicBezTo>
                    <a:pt x="17717" y="0"/>
                    <a:pt x="0" y="17717"/>
                    <a:pt x="0" y="39529"/>
                  </a:cubicBezTo>
                  <a:cubicBezTo>
                    <a:pt x="0" y="61341"/>
                    <a:pt x="17717" y="79058"/>
                    <a:pt x="39529" y="79058"/>
                  </a:cubicBezTo>
                  <a:cubicBezTo>
                    <a:pt x="61341" y="79058"/>
                    <a:pt x="79058" y="61341"/>
                    <a:pt x="79058" y="39529"/>
                  </a:cubicBezTo>
                  <a:cubicBezTo>
                    <a:pt x="79058" y="17717"/>
                    <a:pt x="61341" y="0"/>
                    <a:pt x="39529" y="0"/>
                  </a:cubicBezTo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C3E1BDA4-68F2-4FA3-BD91-CBC85BF15A79}"/>
                </a:ext>
              </a:extLst>
            </p:cNvPr>
            <p:cNvSpPr/>
            <p:nvPr/>
          </p:nvSpPr>
          <p:spPr>
            <a:xfrm>
              <a:off x="2384869" y="6748090"/>
              <a:ext cx="30765" cy="39528"/>
            </a:xfrm>
            <a:custGeom>
              <a:avLst/>
              <a:gdLst>
                <a:gd name="connsiteX0" fmla="*/ 16383 w 30765"/>
                <a:gd name="connsiteY0" fmla="*/ 95 h 39528"/>
                <a:gd name="connsiteX1" fmla="*/ 23051 w 30765"/>
                <a:gd name="connsiteY1" fmla="*/ 1715 h 39528"/>
                <a:gd name="connsiteX2" fmla="*/ 27718 w 30765"/>
                <a:gd name="connsiteY2" fmla="*/ 6191 h 39528"/>
                <a:gd name="connsiteX3" fmla="*/ 29337 w 30765"/>
                <a:gd name="connsiteY3" fmla="*/ 12478 h 39528"/>
                <a:gd name="connsiteX4" fmla="*/ 27146 w 30765"/>
                <a:gd name="connsiteY4" fmla="*/ 19622 h 39528"/>
                <a:gd name="connsiteX5" fmla="*/ 21812 w 30765"/>
                <a:gd name="connsiteY5" fmla="*/ 23717 h 39528"/>
                <a:gd name="connsiteX6" fmla="*/ 30766 w 30765"/>
                <a:gd name="connsiteY6" fmla="*/ 39529 h 39528"/>
                <a:gd name="connsiteX7" fmla="*/ 23717 w 30765"/>
                <a:gd name="connsiteY7" fmla="*/ 39529 h 39528"/>
                <a:gd name="connsiteX8" fmla="*/ 15526 w 30765"/>
                <a:gd name="connsiteY8" fmla="*/ 24860 h 39528"/>
                <a:gd name="connsiteX9" fmla="*/ 6191 w 30765"/>
                <a:gd name="connsiteY9" fmla="*/ 24860 h 39528"/>
                <a:gd name="connsiteX10" fmla="*/ 6191 w 30765"/>
                <a:gd name="connsiteY10" fmla="*/ 39529 h 39528"/>
                <a:gd name="connsiteX11" fmla="*/ 0 w 30765"/>
                <a:gd name="connsiteY11" fmla="*/ 39529 h 39528"/>
                <a:gd name="connsiteX12" fmla="*/ 0 w 30765"/>
                <a:gd name="connsiteY12" fmla="*/ 0 h 39528"/>
                <a:gd name="connsiteX13" fmla="*/ 16383 w 30765"/>
                <a:gd name="connsiteY13" fmla="*/ 0 h 39528"/>
                <a:gd name="connsiteX14" fmla="*/ 16383 w 30765"/>
                <a:gd name="connsiteY14" fmla="*/ 19336 h 39528"/>
                <a:gd name="connsiteX15" fmla="*/ 19907 w 30765"/>
                <a:gd name="connsiteY15" fmla="*/ 18478 h 39528"/>
                <a:gd name="connsiteX16" fmla="*/ 22289 w 30765"/>
                <a:gd name="connsiteY16" fmla="*/ 16097 h 39528"/>
                <a:gd name="connsiteX17" fmla="*/ 23146 w 30765"/>
                <a:gd name="connsiteY17" fmla="*/ 12573 h 39528"/>
                <a:gd name="connsiteX18" fmla="*/ 22289 w 30765"/>
                <a:gd name="connsiteY18" fmla="*/ 9049 h 39528"/>
                <a:gd name="connsiteX19" fmla="*/ 19907 w 30765"/>
                <a:gd name="connsiteY19" fmla="*/ 6668 h 39528"/>
                <a:gd name="connsiteX20" fmla="*/ 16383 w 30765"/>
                <a:gd name="connsiteY20" fmla="*/ 5810 h 39528"/>
                <a:gd name="connsiteX21" fmla="*/ 6191 w 30765"/>
                <a:gd name="connsiteY21" fmla="*/ 5810 h 39528"/>
                <a:gd name="connsiteX22" fmla="*/ 6191 w 30765"/>
                <a:gd name="connsiteY22" fmla="*/ 19336 h 39528"/>
                <a:gd name="connsiteX23" fmla="*/ 16383 w 30765"/>
                <a:gd name="connsiteY23" fmla="*/ 19336 h 395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30765" h="39528">
                  <a:moveTo>
                    <a:pt x="16383" y="95"/>
                  </a:moveTo>
                  <a:cubicBezTo>
                    <a:pt x="18860" y="95"/>
                    <a:pt x="21050" y="667"/>
                    <a:pt x="23051" y="1715"/>
                  </a:cubicBezTo>
                  <a:cubicBezTo>
                    <a:pt x="25051" y="2762"/>
                    <a:pt x="26575" y="4286"/>
                    <a:pt x="27718" y="6191"/>
                  </a:cubicBezTo>
                  <a:cubicBezTo>
                    <a:pt x="28861" y="8096"/>
                    <a:pt x="29337" y="10192"/>
                    <a:pt x="29337" y="12478"/>
                  </a:cubicBezTo>
                  <a:cubicBezTo>
                    <a:pt x="29337" y="15335"/>
                    <a:pt x="28575" y="17717"/>
                    <a:pt x="27146" y="19622"/>
                  </a:cubicBezTo>
                  <a:cubicBezTo>
                    <a:pt x="25718" y="21527"/>
                    <a:pt x="23908" y="22860"/>
                    <a:pt x="21812" y="23717"/>
                  </a:cubicBezTo>
                  <a:lnTo>
                    <a:pt x="30766" y="39529"/>
                  </a:lnTo>
                  <a:lnTo>
                    <a:pt x="23717" y="39529"/>
                  </a:lnTo>
                  <a:lnTo>
                    <a:pt x="15526" y="24860"/>
                  </a:lnTo>
                  <a:lnTo>
                    <a:pt x="6191" y="24860"/>
                  </a:lnTo>
                  <a:lnTo>
                    <a:pt x="6191" y="39529"/>
                  </a:lnTo>
                  <a:lnTo>
                    <a:pt x="0" y="39529"/>
                  </a:lnTo>
                  <a:lnTo>
                    <a:pt x="0" y="0"/>
                  </a:lnTo>
                  <a:lnTo>
                    <a:pt x="16383" y="0"/>
                  </a:lnTo>
                  <a:close/>
                  <a:moveTo>
                    <a:pt x="16383" y="19336"/>
                  </a:moveTo>
                  <a:cubicBezTo>
                    <a:pt x="17717" y="19336"/>
                    <a:pt x="18860" y="19050"/>
                    <a:pt x="19907" y="18478"/>
                  </a:cubicBezTo>
                  <a:cubicBezTo>
                    <a:pt x="20955" y="17907"/>
                    <a:pt x="21717" y="17050"/>
                    <a:pt x="22289" y="16097"/>
                  </a:cubicBezTo>
                  <a:cubicBezTo>
                    <a:pt x="22860" y="15050"/>
                    <a:pt x="23146" y="13906"/>
                    <a:pt x="23146" y="12573"/>
                  </a:cubicBezTo>
                  <a:cubicBezTo>
                    <a:pt x="23146" y="11240"/>
                    <a:pt x="22860" y="10097"/>
                    <a:pt x="22289" y="9049"/>
                  </a:cubicBezTo>
                  <a:cubicBezTo>
                    <a:pt x="21717" y="8001"/>
                    <a:pt x="20860" y="7239"/>
                    <a:pt x="19907" y="6668"/>
                  </a:cubicBezTo>
                  <a:cubicBezTo>
                    <a:pt x="18860" y="6096"/>
                    <a:pt x="17717" y="5810"/>
                    <a:pt x="16383" y="5810"/>
                  </a:cubicBezTo>
                  <a:lnTo>
                    <a:pt x="6191" y="5810"/>
                  </a:lnTo>
                  <a:lnTo>
                    <a:pt x="6191" y="19336"/>
                  </a:lnTo>
                  <a:lnTo>
                    <a:pt x="16383" y="19336"/>
                  </a:ln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316725165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Rectangle"/>
          <p:cNvSpPr/>
          <p:nvPr/>
        </p:nvSpPr>
        <p:spPr>
          <a:xfrm>
            <a:off x="1466513" y="-28456"/>
            <a:ext cx="3430768" cy="5421617"/>
          </a:xfrm>
          <a:prstGeom prst="rect">
            <a:avLst/>
          </a:prstGeom>
          <a:solidFill>
            <a:srgbClr val="E7E7E7">
              <a:alpha val="39000"/>
            </a:srgbClr>
          </a:solidFill>
          <a:ln w="12700">
            <a:miter lim="400000"/>
          </a:ln>
        </p:spPr>
        <p:txBody>
          <a:bodyPr lIns="0" tIns="0" rIns="0" bIns="0" anchor="ctr"/>
          <a:lstStyle/>
          <a:p>
            <a:pPr algn="ctr" defTabSz="41275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sz="1600"/>
          </a:p>
        </p:txBody>
      </p:sp>
      <p:sp>
        <p:nvSpPr>
          <p:cNvPr id="22" name="Title Text">
            <a:extLst>
              <a:ext uri="{FF2B5EF4-FFF2-40B4-BE49-F238E27FC236}">
                <a16:creationId xmlns:a16="http://schemas.microsoft.com/office/drawing/2014/main" id="{82EC668F-6093-6548-B182-47568630AF81}"/>
              </a:ext>
            </a:extLst>
          </p:cNvPr>
          <p:cNvSpPr txBox="1">
            <a:spLocks noGrp="1"/>
          </p:cNvSpPr>
          <p:nvPr>
            <p:ph type="title" hasCustomPrompt="1"/>
          </p:nvPr>
        </p:nvSpPr>
        <p:spPr>
          <a:xfrm>
            <a:off x="1895475" y="3585279"/>
            <a:ext cx="10972801" cy="109182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noAutofit/>
          </a:bodyPr>
          <a:lstStyle>
            <a:lvl1pPr>
              <a:defRPr sz="7500">
                <a:solidFill>
                  <a:srgbClr val="525252"/>
                </a:solidFill>
              </a:defRPr>
            </a:lvl1pPr>
          </a:lstStyle>
          <a:p>
            <a:r>
              <a:rPr lang="en-US" dirty="0"/>
              <a:t>75 </a:t>
            </a:r>
            <a:r>
              <a:rPr lang="en-US" dirty="0" err="1"/>
              <a:t>pt</a:t>
            </a:r>
            <a:r>
              <a:rPr lang="en-US" dirty="0"/>
              <a:t> Intel Clear</a:t>
            </a:r>
            <a:endParaRPr dirty="0"/>
          </a:p>
        </p:txBody>
      </p:sp>
      <p:sp>
        <p:nvSpPr>
          <p:cNvPr id="15" name="Text Placeholder 2">
            <a:extLst>
              <a:ext uri="{FF2B5EF4-FFF2-40B4-BE49-F238E27FC236}">
                <a16:creationId xmlns:a16="http://schemas.microsoft.com/office/drawing/2014/main" id="{F87CC838-4D6E-4C99-A3F1-81F2913C62B3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1895475" y="3182315"/>
            <a:ext cx="10296524" cy="304800"/>
          </a:xfrm>
        </p:spPr>
        <p:txBody>
          <a:bodyPr>
            <a:normAutofit/>
          </a:bodyPr>
          <a:lstStyle>
            <a:lvl1pPr marL="0" indent="0">
              <a:buNone/>
              <a:defRPr sz="1600" b="1" i="0">
                <a:solidFill>
                  <a:schemeClr val="accent1"/>
                </a:solidFill>
                <a:latin typeface="Intel Clear" panose="020B0604020203020204" pitchFamily="34" charset="0"/>
                <a:ea typeface="Intel Clear" panose="020B0604020203020204" pitchFamily="34" charset="0"/>
                <a:cs typeface="Intel Clear" panose="020B0604020203020204" pitchFamily="34" charset="0"/>
              </a:defRPr>
            </a:lvl1pPr>
          </a:lstStyle>
          <a:p>
            <a:r>
              <a:rPr lang="en-US" dirty="0"/>
              <a:t>16pt Intel Clear Bold Intro:</a:t>
            </a:r>
          </a:p>
        </p:txBody>
      </p:sp>
      <p:sp>
        <p:nvSpPr>
          <p:cNvPr id="18" name="Text Placeholder 6">
            <a:extLst>
              <a:ext uri="{FF2B5EF4-FFF2-40B4-BE49-F238E27FC236}">
                <a16:creationId xmlns:a16="http://schemas.microsoft.com/office/drawing/2014/main" id="{00C3E650-A810-40D9-81A8-D3E73C9326E4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1908348" y="4778609"/>
            <a:ext cx="10283651" cy="326776"/>
          </a:xfrm>
        </p:spPr>
        <p:txBody>
          <a:bodyPr>
            <a:normAutofit/>
          </a:bodyPr>
          <a:lstStyle>
            <a:lvl1pPr marL="0" indent="0">
              <a:buNone/>
              <a:defRPr sz="1800" b="0" i="0">
                <a:solidFill>
                  <a:schemeClr val="bg2"/>
                </a:solidFill>
                <a:latin typeface="Intel Clear" panose="020B0604020203020204" pitchFamily="34" charset="0"/>
                <a:ea typeface="Intel Clear" panose="020B0604020203020204" pitchFamily="34" charset="0"/>
                <a:cs typeface="Intel Clear" panose="020B0604020203020204" pitchFamily="34" charset="0"/>
              </a:defRPr>
            </a:lvl1pPr>
          </a:lstStyle>
          <a:p>
            <a:r>
              <a:rPr lang="en-US" dirty="0"/>
              <a:t>18pt Intel Clear Subhead, Date, Etc.</a:t>
            </a:r>
          </a:p>
        </p:txBody>
      </p:sp>
      <p:sp>
        <p:nvSpPr>
          <p:cNvPr id="10" name="Square">
            <a:extLst>
              <a:ext uri="{FF2B5EF4-FFF2-40B4-BE49-F238E27FC236}">
                <a16:creationId xmlns:a16="http://schemas.microsoft.com/office/drawing/2014/main" id="{99F366F8-DC49-4E0B-B131-1FB92CC518E3}"/>
              </a:ext>
            </a:extLst>
          </p:cNvPr>
          <p:cNvSpPr/>
          <p:nvPr/>
        </p:nvSpPr>
        <p:spPr>
          <a:xfrm>
            <a:off x="861107" y="5390896"/>
            <a:ext cx="607299" cy="607299"/>
          </a:xfrm>
          <a:prstGeom prst="rect">
            <a:avLst/>
          </a:prstGeom>
          <a:solidFill>
            <a:srgbClr val="2872C5"/>
          </a:solidFill>
          <a:ln w="12700">
            <a:miter lim="400000"/>
          </a:ln>
        </p:spPr>
        <p:txBody>
          <a:bodyPr lIns="0" tIns="0" rIns="0" bIns="0" anchor="ctr"/>
          <a:lstStyle/>
          <a:p>
            <a:pPr algn="ctr" defTabSz="41275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026FC5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sz="1600"/>
          </a:p>
        </p:txBody>
      </p:sp>
      <p:sp>
        <p:nvSpPr>
          <p:cNvPr id="11" name="Rectangle">
            <a:extLst>
              <a:ext uri="{FF2B5EF4-FFF2-40B4-BE49-F238E27FC236}">
                <a16:creationId xmlns:a16="http://schemas.microsoft.com/office/drawing/2014/main" id="{10443275-64C7-4249-92B8-990C3BB41279}"/>
              </a:ext>
            </a:extLst>
          </p:cNvPr>
          <p:cNvSpPr/>
          <p:nvPr/>
        </p:nvSpPr>
        <p:spPr>
          <a:xfrm>
            <a:off x="576067" y="5108797"/>
            <a:ext cx="286654" cy="282073"/>
          </a:xfrm>
          <a:prstGeom prst="rect">
            <a:avLst/>
          </a:prstGeom>
          <a:solidFill>
            <a:srgbClr val="00C7FD"/>
          </a:solidFill>
          <a:ln w="12700">
            <a:miter lim="400000"/>
          </a:ln>
        </p:spPr>
        <p:txBody>
          <a:bodyPr lIns="0" tIns="0" rIns="0" bIns="0" anchor="ctr"/>
          <a:lstStyle/>
          <a:p>
            <a:pPr algn="ctr" defTabSz="41275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026FC5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sz="1600"/>
          </a:p>
        </p:txBody>
      </p:sp>
      <p:sp>
        <p:nvSpPr>
          <p:cNvPr id="12" name="Square">
            <a:extLst>
              <a:ext uri="{FF2B5EF4-FFF2-40B4-BE49-F238E27FC236}">
                <a16:creationId xmlns:a16="http://schemas.microsoft.com/office/drawing/2014/main" id="{85908D9A-1608-44B4-A0A3-FC9E665728CA}"/>
              </a:ext>
            </a:extLst>
          </p:cNvPr>
          <p:cNvSpPr/>
          <p:nvPr/>
        </p:nvSpPr>
        <p:spPr>
          <a:xfrm>
            <a:off x="861107" y="4952474"/>
            <a:ext cx="157461" cy="157461"/>
          </a:xfrm>
          <a:prstGeom prst="rect">
            <a:avLst/>
          </a:prstGeom>
          <a:solidFill>
            <a:srgbClr val="2872C5"/>
          </a:solidFill>
          <a:ln w="12700">
            <a:miter lim="400000"/>
          </a:ln>
        </p:spPr>
        <p:txBody>
          <a:bodyPr lIns="0" tIns="0" rIns="0" bIns="0" anchor="ctr"/>
          <a:lstStyle/>
          <a:p>
            <a:pPr algn="ctr" defTabSz="41275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026FC5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sz="1600"/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2952F383-4862-4271-B541-5612120030D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466513" y="5992753"/>
            <a:ext cx="1031758" cy="3847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849243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itle Text">
            <a:extLst>
              <a:ext uri="{FF2B5EF4-FFF2-40B4-BE49-F238E27FC236}">
                <a16:creationId xmlns:a16="http://schemas.microsoft.com/office/drawing/2014/main" id="{14C27936-4608-A44C-9C6E-3708646E2002}"/>
              </a:ext>
            </a:extLst>
          </p:cNvPr>
          <p:cNvSpPr txBox="1">
            <a:spLocks noGrp="1"/>
          </p:cNvSpPr>
          <p:nvPr>
            <p:ph type="title" hasCustomPrompt="1"/>
          </p:nvPr>
        </p:nvSpPr>
        <p:spPr>
          <a:xfrm>
            <a:off x="571370" y="571500"/>
            <a:ext cx="11010816" cy="9524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noAutofit/>
          </a:bodyPr>
          <a:lstStyle>
            <a:lvl1pPr>
              <a:defRPr sz="4000">
                <a:solidFill>
                  <a:srgbClr val="525252"/>
                </a:solidFill>
              </a:defRPr>
            </a:lvl1pPr>
          </a:lstStyle>
          <a:p>
            <a:r>
              <a:rPr lang="en-US" dirty="0"/>
              <a:t>40pt Intel Clear Light Text Goes Here</a:t>
            </a:r>
          </a:p>
        </p:txBody>
      </p:sp>
    </p:spTree>
    <p:extLst>
      <p:ext uri="{BB962C8B-B14F-4D97-AF65-F5344CB8AC3E}">
        <p14:creationId xmlns:p14="http://schemas.microsoft.com/office/powerpoint/2010/main" val="33063039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&amp;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itle Text">
            <a:extLst>
              <a:ext uri="{FF2B5EF4-FFF2-40B4-BE49-F238E27FC236}">
                <a16:creationId xmlns:a16="http://schemas.microsoft.com/office/drawing/2014/main" id="{14C27936-4608-A44C-9C6E-3708646E2002}"/>
              </a:ext>
            </a:extLst>
          </p:cNvPr>
          <p:cNvSpPr txBox="1">
            <a:spLocks noGrp="1"/>
          </p:cNvSpPr>
          <p:nvPr>
            <p:ph type="title" hasCustomPrompt="1"/>
          </p:nvPr>
        </p:nvSpPr>
        <p:spPr>
          <a:xfrm>
            <a:off x="571370" y="571500"/>
            <a:ext cx="11010816" cy="9524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noAutofit/>
          </a:bodyPr>
          <a:lstStyle>
            <a:lvl1pPr>
              <a:defRPr sz="4000">
                <a:solidFill>
                  <a:srgbClr val="525252"/>
                </a:solidFill>
              </a:defRPr>
            </a:lvl1pPr>
          </a:lstStyle>
          <a:p>
            <a:r>
              <a:rPr lang="en-US" dirty="0"/>
              <a:t>40pt Intel Clear Light Text Goes Here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BA0C540-99BD-45E3-99D2-78C2032EBE57}"/>
              </a:ext>
            </a:extLst>
          </p:cNvPr>
          <p:cNvSpPr>
            <a:spLocks noGrp="1"/>
          </p:cNvSpPr>
          <p:nvPr>
            <p:ph sz="quarter" idx="28"/>
          </p:nvPr>
        </p:nvSpPr>
        <p:spPr>
          <a:xfrm>
            <a:off x="571370" y="1673454"/>
            <a:ext cx="11010900" cy="457494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198890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Sub &amp;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itle Text">
            <a:extLst>
              <a:ext uri="{FF2B5EF4-FFF2-40B4-BE49-F238E27FC236}">
                <a16:creationId xmlns:a16="http://schemas.microsoft.com/office/drawing/2014/main" id="{14C27936-4608-A44C-9C6E-3708646E2002}"/>
              </a:ext>
            </a:extLst>
          </p:cNvPr>
          <p:cNvSpPr txBox="1">
            <a:spLocks noGrp="1"/>
          </p:cNvSpPr>
          <p:nvPr>
            <p:ph type="title" hasCustomPrompt="1"/>
          </p:nvPr>
        </p:nvSpPr>
        <p:spPr>
          <a:xfrm>
            <a:off x="571370" y="571500"/>
            <a:ext cx="11010816" cy="9524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noAutofit/>
          </a:bodyPr>
          <a:lstStyle>
            <a:lvl1pPr>
              <a:defRPr sz="4000">
                <a:solidFill>
                  <a:srgbClr val="525252"/>
                </a:solidFill>
              </a:defRPr>
            </a:lvl1pPr>
          </a:lstStyle>
          <a:p>
            <a:r>
              <a:rPr lang="en-US" dirty="0"/>
              <a:t>40pt Intel Clear Light Text Goes Here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BA0C540-99BD-45E3-99D2-78C2032EBE57}"/>
              </a:ext>
            </a:extLst>
          </p:cNvPr>
          <p:cNvSpPr>
            <a:spLocks noGrp="1"/>
          </p:cNvSpPr>
          <p:nvPr>
            <p:ph sz="quarter" idx="28"/>
          </p:nvPr>
        </p:nvSpPr>
        <p:spPr>
          <a:xfrm>
            <a:off x="571370" y="2139953"/>
            <a:ext cx="11010900" cy="410844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1" name="Text Placeholder 3">
            <a:extLst>
              <a:ext uri="{FF2B5EF4-FFF2-40B4-BE49-F238E27FC236}">
                <a16:creationId xmlns:a16="http://schemas.microsoft.com/office/drawing/2014/main" id="{D980C114-FE9A-4B63-B509-F59F1A2C55A5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571370" y="1612901"/>
            <a:ext cx="11022013" cy="438150"/>
          </a:xfrm>
        </p:spPr>
        <p:txBody>
          <a:bodyPr>
            <a:noAutofit/>
          </a:bodyPr>
          <a:lstStyle>
            <a:lvl1pPr marL="0" indent="0">
              <a:buNone/>
              <a:defRPr sz="3200">
                <a:solidFill>
                  <a:schemeClr val="accent1"/>
                </a:solidFill>
                <a:latin typeface="+mn-lt"/>
              </a:defRPr>
            </a:lvl1pPr>
            <a:lvl2pPr marL="22860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1781008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Sub &amp; 2 Content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Text">
            <a:extLst>
              <a:ext uri="{FF2B5EF4-FFF2-40B4-BE49-F238E27FC236}">
                <a16:creationId xmlns:a16="http://schemas.microsoft.com/office/drawing/2014/main" id="{EBEEA47F-E66C-C546-A539-293E792A32CD}"/>
              </a:ext>
            </a:extLst>
          </p:cNvPr>
          <p:cNvSpPr txBox="1">
            <a:spLocks noGrp="1"/>
          </p:cNvSpPr>
          <p:nvPr>
            <p:ph type="title" hasCustomPrompt="1"/>
          </p:nvPr>
        </p:nvSpPr>
        <p:spPr>
          <a:xfrm>
            <a:off x="571500" y="571501"/>
            <a:ext cx="11010901" cy="9525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noAutofit/>
          </a:bodyPr>
          <a:lstStyle>
            <a:lvl1pPr>
              <a:defRPr sz="4000">
                <a:solidFill>
                  <a:srgbClr val="525252"/>
                </a:solidFill>
              </a:defRPr>
            </a:lvl1pPr>
          </a:lstStyle>
          <a:p>
            <a:r>
              <a:rPr lang="en-US" dirty="0"/>
              <a:t>40pt Intel Clear Light Text Goes Here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495712A-D685-7146-A64F-2AEC13EF76F9}"/>
              </a:ext>
            </a:extLst>
          </p:cNvPr>
          <p:cNvSpPr>
            <a:spLocks noGrp="1"/>
          </p:cNvSpPr>
          <p:nvPr>
            <p:ph sz="quarter" idx="27"/>
          </p:nvPr>
        </p:nvSpPr>
        <p:spPr>
          <a:xfrm>
            <a:off x="571500" y="2139951"/>
            <a:ext cx="5288525" cy="411828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9" name="Content Placeholder 2">
            <a:extLst>
              <a:ext uri="{FF2B5EF4-FFF2-40B4-BE49-F238E27FC236}">
                <a16:creationId xmlns:a16="http://schemas.microsoft.com/office/drawing/2014/main" id="{A8FE6631-4BAF-4E4B-B6F0-F9ED72A3155E}"/>
              </a:ext>
            </a:extLst>
          </p:cNvPr>
          <p:cNvSpPr>
            <a:spLocks noGrp="1"/>
          </p:cNvSpPr>
          <p:nvPr>
            <p:ph sz="quarter" idx="28"/>
          </p:nvPr>
        </p:nvSpPr>
        <p:spPr>
          <a:xfrm>
            <a:off x="6289113" y="2139951"/>
            <a:ext cx="5288525" cy="411828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5" name="Text Placeholder 3">
            <a:extLst>
              <a:ext uri="{FF2B5EF4-FFF2-40B4-BE49-F238E27FC236}">
                <a16:creationId xmlns:a16="http://schemas.microsoft.com/office/drawing/2014/main" id="{D4EEAA39-7062-4DCE-91B8-83056F818FA8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571500" y="1612901"/>
            <a:ext cx="11022013" cy="438150"/>
          </a:xfrm>
        </p:spPr>
        <p:txBody>
          <a:bodyPr>
            <a:noAutofit/>
          </a:bodyPr>
          <a:lstStyle>
            <a:lvl1pPr marL="0" indent="0">
              <a:buNone/>
              <a:defRPr sz="3200">
                <a:solidFill>
                  <a:schemeClr val="accent1"/>
                </a:solidFill>
                <a:latin typeface="+mn-lt"/>
              </a:defRPr>
            </a:lvl1pPr>
            <a:lvl2pPr marL="22860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8734748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&amp; 2 Content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Text">
            <a:extLst>
              <a:ext uri="{FF2B5EF4-FFF2-40B4-BE49-F238E27FC236}">
                <a16:creationId xmlns:a16="http://schemas.microsoft.com/office/drawing/2014/main" id="{EBEEA47F-E66C-C546-A539-293E792A32CD}"/>
              </a:ext>
            </a:extLst>
          </p:cNvPr>
          <p:cNvSpPr txBox="1">
            <a:spLocks noGrp="1"/>
          </p:cNvSpPr>
          <p:nvPr>
            <p:ph type="title" hasCustomPrompt="1"/>
          </p:nvPr>
        </p:nvSpPr>
        <p:spPr>
          <a:xfrm>
            <a:off x="571500" y="571501"/>
            <a:ext cx="11010901" cy="9525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noAutofit/>
          </a:bodyPr>
          <a:lstStyle>
            <a:lvl1pPr>
              <a:defRPr sz="4000">
                <a:solidFill>
                  <a:srgbClr val="525252"/>
                </a:solidFill>
              </a:defRPr>
            </a:lvl1pPr>
          </a:lstStyle>
          <a:p>
            <a:r>
              <a:rPr lang="en-US" dirty="0"/>
              <a:t>40pt Intel Clear Light Text Goes Here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495712A-D685-7146-A64F-2AEC13EF76F9}"/>
              </a:ext>
            </a:extLst>
          </p:cNvPr>
          <p:cNvSpPr>
            <a:spLocks noGrp="1"/>
          </p:cNvSpPr>
          <p:nvPr>
            <p:ph sz="quarter" idx="27"/>
          </p:nvPr>
        </p:nvSpPr>
        <p:spPr>
          <a:xfrm>
            <a:off x="571500" y="1673402"/>
            <a:ext cx="5288525" cy="458483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9" name="Content Placeholder 2">
            <a:extLst>
              <a:ext uri="{FF2B5EF4-FFF2-40B4-BE49-F238E27FC236}">
                <a16:creationId xmlns:a16="http://schemas.microsoft.com/office/drawing/2014/main" id="{A8FE6631-4BAF-4E4B-B6F0-F9ED72A3155E}"/>
              </a:ext>
            </a:extLst>
          </p:cNvPr>
          <p:cNvSpPr>
            <a:spLocks noGrp="1"/>
          </p:cNvSpPr>
          <p:nvPr>
            <p:ph sz="quarter" idx="28"/>
          </p:nvPr>
        </p:nvSpPr>
        <p:spPr>
          <a:xfrm>
            <a:off x="6289113" y="1673402"/>
            <a:ext cx="5288525" cy="458483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8712678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Sub, Content &amp; 2 Pictur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Title Text">
            <a:extLst>
              <a:ext uri="{FF2B5EF4-FFF2-40B4-BE49-F238E27FC236}">
                <a16:creationId xmlns:a16="http://schemas.microsoft.com/office/drawing/2014/main" id="{FAEAC0A3-8438-1245-A28C-64BC26BFB231}"/>
              </a:ext>
            </a:extLst>
          </p:cNvPr>
          <p:cNvSpPr txBox="1">
            <a:spLocks noGrp="1"/>
          </p:cNvSpPr>
          <p:nvPr>
            <p:ph type="title" hasCustomPrompt="1"/>
          </p:nvPr>
        </p:nvSpPr>
        <p:spPr>
          <a:xfrm>
            <a:off x="571500" y="567227"/>
            <a:ext cx="5755707" cy="94588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noAutofit/>
          </a:bodyPr>
          <a:lstStyle>
            <a:lvl1pPr>
              <a:defRPr sz="4000">
                <a:solidFill>
                  <a:srgbClr val="525252"/>
                </a:solidFill>
              </a:defRPr>
            </a:lvl1pPr>
          </a:lstStyle>
          <a:p>
            <a:r>
              <a:rPr lang="en-US" dirty="0"/>
              <a:t>40pt Intel Clear Light Text Goes Here</a:t>
            </a:r>
          </a:p>
        </p:txBody>
      </p:sp>
      <p:sp>
        <p:nvSpPr>
          <p:cNvPr id="25" name="Body Level One…">
            <a:extLst>
              <a:ext uri="{FF2B5EF4-FFF2-40B4-BE49-F238E27FC236}">
                <a16:creationId xmlns:a16="http://schemas.microsoft.com/office/drawing/2014/main" id="{6903F994-74B2-4D40-AA5F-7F3D24A00171}"/>
              </a:ext>
            </a:extLst>
          </p:cNvPr>
          <p:cNvSpPr txBox="1">
            <a:spLocks noGrp="1"/>
          </p:cNvSpPr>
          <p:nvPr>
            <p:ph idx="27" hasCustomPrompt="1"/>
          </p:nvPr>
        </p:nvSpPr>
        <p:spPr>
          <a:xfrm>
            <a:off x="6609331" y="2978828"/>
            <a:ext cx="4668837" cy="34534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 numCol="1">
            <a:normAutofit/>
          </a:bodyPr>
          <a:lstStyle>
            <a:lvl1pPr marL="0" marR="0" indent="0" algn="l" defTabSz="609600" eaLnBrk="1" fontAlgn="auto" latinLnBrk="0" hangingPunct="1">
              <a:lnSpc>
                <a:spcPts val="245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600"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Image Caption 16pt gray text</a:t>
            </a:r>
          </a:p>
        </p:txBody>
      </p:sp>
      <p:sp>
        <p:nvSpPr>
          <p:cNvPr id="26" name="Body Level One…">
            <a:extLst>
              <a:ext uri="{FF2B5EF4-FFF2-40B4-BE49-F238E27FC236}">
                <a16:creationId xmlns:a16="http://schemas.microsoft.com/office/drawing/2014/main" id="{BF74888E-798E-B543-94EF-279F3EA6E46B}"/>
              </a:ext>
            </a:extLst>
          </p:cNvPr>
          <p:cNvSpPr txBox="1">
            <a:spLocks noGrp="1"/>
          </p:cNvSpPr>
          <p:nvPr>
            <p:ph idx="28" hasCustomPrompt="1"/>
          </p:nvPr>
        </p:nvSpPr>
        <p:spPr>
          <a:xfrm>
            <a:off x="6609331" y="5929172"/>
            <a:ext cx="4668837" cy="34534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 numCol="1">
            <a:normAutofit/>
          </a:bodyPr>
          <a:lstStyle>
            <a:lvl1pPr marL="0" marR="0" indent="0" algn="l" defTabSz="609600" eaLnBrk="1" fontAlgn="auto" latinLnBrk="0" hangingPunct="1">
              <a:lnSpc>
                <a:spcPts val="245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600"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Image Caption 16pt gray text</a:t>
            </a:r>
          </a:p>
        </p:txBody>
      </p:sp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BB3C6455-4913-47BC-8232-AB0BABBA08C3}"/>
              </a:ext>
            </a:extLst>
          </p:cNvPr>
          <p:cNvSpPr>
            <a:spLocks noGrp="1"/>
          </p:cNvSpPr>
          <p:nvPr>
            <p:ph type="pic" sz="quarter" idx="30"/>
          </p:nvPr>
        </p:nvSpPr>
        <p:spPr>
          <a:xfrm>
            <a:off x="6609331" y="571500"/>
            <a:ext cx="4668837" cy="2381250"/>
          </a:xfrm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20" name="Picture Placeholder 4">
            <a:extLst>
              <a:ext uri="{FF2B5EF4-FFF2-40B4-BE49-F238E27FC236}">
                <a16:creationId xmlns:a16="http://schemas.microsoft.com/office/drawing/2014/main" id="{5CA48836-DAA2-4E4F-A22A-2F5682E12CEF}"/>
              </a:ext>
            </a:extLst>
          </p:cNvPr>
          <p:cNvSpPr>
            <a:spLocks noGrp="1"/>
          </p:cNvSpPr>
          <p:nvPr>
            <p:ph type="pic" sz="quarter" idx="31"/>
          </p:nvPr>
        </p:nvSpPr>
        <p:spPr>
          <a:xfrm>
            <a:off x="6609331" y="3537061"/>
            <a:ext cx="4668837" cy="2381250"/>
          </a:xfrm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DC0D3278-E8A7-4B14-A5ED-BE235CEC6F80}"/>
              </a:ext>
            </a:extLst>
          </p:cNvPr>
          <p:cNvSpPr>
            <a:spLocks noGrp="1"/>
          </p:cNvSpPr>
          <p:nvPr>
            <p:ph sz="quarter" idx="32"/>
          </p:nvPr>
        </p:nvSpPr>
        <p:spPr>
          <a:xfrm>
            <a:off x="571500" y="2139952"/>
            <a:ext cx="5768944" cy="411828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7" name="Text Placeholder 3">
            <a:extLst>
              <a:ext uri="{FF2B5EF4-FFF2-40B4-BE49-F238E27FC236}">
                <a16:creationId xmlns:a16="http://schemas.microsoft.com/office/drawing/2014/main" id="{403FD6E6-528D-49D5-BBAB-B26572C15F20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571500" y="1612901"/>
            <a:ext cx="5768944" cy="438150"/>
          </a:xfrm>
        </p:spPr>
        <p:txBody>
          <a:bodyPr>
            <a:noAutofit/>
          </a:bodyPr>
          <a:lstStyle>
            <a:lvl1pPr marL="0" indent="0">
              <a:buNone/>
              <a:defRPr sz="3200">
                <a:solidFill>
                  <a:schemeClr val="accent1"/>
                </a:solidFill>
                <a:latin typeface="+mn-lt"/>
              </a:defRPr>
            </a:lvl1pPr>
            <a:lvl2pPr marL="22860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6844710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Sub, Content &amp;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BB3C6455-4913-47BC-8232-AB0BABBA08C3}"/>
              </a:ext>
            </a:extLst>
          </p:cNvPr>
          <p:cNvSpPr>
            <a:spLocks noGrp="1"/>
          </p:cNvSpPr>
          <p:nvPr>
            <p:ph type="pic" sz="quarter" idx="30"/>
          </p:nvPr>
        </p:nvSpPr>
        <p:spPr>
          <a:xfrm>
            <a:off x="6615046" y="0"/>
            <a:ext cx="5129422" cy="6416167"/>
          </a:xfrm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23" name="Title Text">
            <a:extLst>
              <a:ext uri="{FF2B5EF4-FFF2-40B4-BE49-F238E27FC236}">
                <a16:creationId xmlns:a16="http://schemas.microsoft.com/office/drawing/2014/main" id="{FAEAC0A3-8438-1245-A28C-64BC26BFB231}"/>
              </a:ext>
            </a:extLst>
          </p:cNvPr>
          <p:cNvSpPr txBox="1">
            <a:spLocks noGrp="1"/>
          </p:cNvSpPr>
          <p:nvPr>
            <p:ph type="title" hasCustomPrompt="1"/>
          </p:nvPr>
        </p:nvSpPr>
        <p:spPr>
          <a:xfrm>
            <a:off x="571500" y="567227"/>
            <a:ext cx="5747107" cy="94588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noAutofit/>
          </a:bodyPr>
          <a:lstStyle>
            <a:lvl1pPr>
              <a:defRPr sz="4000">
                <a:solidFill>
                  <a:srgbClr val="525252"/>
                </a:solidFill>
              </a:defRPr>
            </a:lvl1pPr>
          </a:lstStyle>
          <a:p>
            <a:r>
              <a:rPr lang="en-US" dirty="0"/>
              <a:t>40pt Intel Clear Light Text Goes Here</a:t>
            </a:r>
          </a:p>
        </p:txBody>
      </p:sp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7B7FB3F6-9C71-45A0-8236-12671533CA22}"/>
              </a:ext>
            </a:extLst>
          </p:cNvPr>
          <p:cNvSpPr>
            <a:spLocks noGrp="1"/>
          </p:cNvSpPr>
          <p:nvPr>
            <p:ph sz="quarter" idx="32"/>
          </p:nvPr>
        </p:nvSpPr>
        <p:spPr>
          <a:xfrm>
            <a:off x="571500" y="2139952"/>
            <a:ext cx="5768944" cy="411828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5" name="Text Placeholder 3">
            <a:extLst>
              <a:ext uri="{FF2B5EF4-FFF2-40B4-BE49-F238E27FC236}">
                <a16:creationId xmlns:a16="http://schemas.microsoft.com/office/drawing/2014/main" id="{B1C73349-1E00-4922-970C-187F97CE0620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571500" y="1612901"/>
            <a:ext cx="5768944" cy="438150"/>
          </a:xfrm>
        </p:spPr>
        <p:txBody>
          <a:bodyPr>
            <a:noAutofit/>
          </a:bodyPr>
          <a:lstStyle>
            <a:lvl1pPr marL="0" indent="0">
              <a:buNone/>
              <a:defRPr sz="3200">
                <a:solidFill>
                  <a:schemeClr val="accent1"/>
                </a:solidFill>
                <a:latin typeface="+mn-lt"/>
              </a:defRPr>
            </a:lvl1pPr>
            <a:lvl2pPr marL="22860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3549935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&amp; Full Page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AAD9210-5064-4050-9368-9292054D59F4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-11286" y="0"/>
            <a:ext cx="11744325" cy="6401797"/>
          </a:xfrm>
          <a:noFill/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11" name="Title Text">
            <a:extLst>
              <a:ext uri="{FF2B5EF4-FFF2-40B4-BE49-F238E27FC236}">
                <a16:creationId xmlns:a16="http://schemas.microsoft.com/office/drawing/2014/main" id="{14AFAB66-6BED-5D47-B26F-D9C8808F3A18}"/>
              </a:ext>
            </a:extLst>
          </p:cNvPr>
          <p:cNvSpPr txBox="1">
            <a:spLocks noGrp="1"/>
          </p:cNvSpPr>
          <p:nvPr>
            <p:ph type="title" hasCustomPrompt="1"/>
          </p:nvPr>
        </p:nvSpPr>
        <p:spPr>
          <a:xfrm>
            <a:off x="571500" y="571500"/>
            <a:ext cx="11010899" cy="8763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normAutofit/>
          </a:bodyPr>
          <a:lstStyle>
            <a:lvl1pPr>
              <a:defRPr sz="4000"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Full page Image, Delete Title if Necessary</a:t>
            </a:r>
          </a:p>
        </p:txBody>
      </p:sp>
    </p:spTree>
    <p:extLst>
      <p:ext uri="{BB962C8B-B14F-4D97-AF65-F5344CB8AC3E}">
        <p14:creationId xmlns:p14="http://schemas.microsoft.com/office/powerpoint/2010/main" val="31320903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&amp; 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Text">
            <a:extLst>
              <a:ext uri="{FF2B5EF4-FFF2-40B4-BE49-F238E27FC236}">
                <a16:creationId xmlns:a16="http://schemas.microsoft.com/office/drawing/2014/main" id="{145FA424-6F4D-7644-8964-49FF4943202D}"/>
              </a:ext>
            </a:extLst>
          </p:cNvPr>
          <p:cNvSpPr txBox="1">
            <a:spLocks noGrp="1"/>
          </p:cNvSpPr>
          <p:nvPr>
            <p:ph type="title" hasCustomPrompt="1"/>
          </p:nvPr>
        </p:nvSpPr>
        <p:spPr>
          <a:xfrm>
            <a:off x="571501" y="571501"/>
            <a:ext cx="11022060" cy="87374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normAutofit/>
          </a:bodyPr>
          <a:lstStyle>
            <a:lvl1pPr>
              <a:defRPr sz="4000">
                <a:solidFill>
                  <a:srgbClr val="525252"/>
                </a:solidFill>
              </a:defRPr>
            </a:lvl1pPr>
          </a:lstStyle>
          <a:p>
            <a:r>
              <a:rPr lang="en-US" dirty="0"/>
              <a:t>40pt Intel Clear Light Text Goes Here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BF36A7C-A787-47EC-ACD5-77F3FD6AFB8D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71500" y="1592529"/>
            <a:ext cx="11010900" cy="3727184"/>
          </a:xfrm>
        </p:spPr>
        <p:txBody>
          <a:bodyPr>
            <a:normAutofit/>
          </a:bodyPr>
          <a:lstStyle>
            <a:lvl1pPr marL="0" indent="0">
              <a:buNone/>
              <a:defRPr sz="6000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3">
            <a:extLst>
              <a:ext uri="{FF2B5EF4-FFF2-40B4-BE49-F238E27FC236}">
                <a16:creationId xmlns:a16="http://schemas.microsoft.com/office/drawing/2014/main" id="{4E196E31-7238-4049-821C-D94FDEAEDC56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571500" y="5461818"/>
            <a:ext cx="11022013" cy="438150"/>
          </a:xfrm>
        </p:spPr>
        <p:txBody>
          <a:bodyPr/>
          <a:lstStyle>
            <a:lvl1pPr marL="0" indent="0">
              <a:buNone/>
              <a:defRPr>
                <a:solidFill>
                  <a:schemeClr val="accent1"/>
                </a:solidFill>
                <a:latin typeface="+mn-lt"/>
              </a:defRPr>
            </a:lvl1pPr>
            <a:lvl2pPr marL="22860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6528231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3_Chart Exampl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>
            <a:extLst>
              <a:ext uri="{FF2B5EF4-FFF2-40B4-BE49-F238E27FC236}">
                <a16:creationId xmlns:a16="http://schemas.microsoft.com/office/drawing/2014/main" id="{E7759918-59AA-4DFC-90DA-60CD5B2BD6B8}"/>
              </a:ext>
            </a:extLst>
          </p:cNvPr>
          <p:cNvSpPr/>
          <p:nvPr/>
        </p:nvSpPr>
        <p:spPr>
          <a:xfrm>
            <a:off x="0" y="6407451"/>
            <a:ext cx="11736987" cy="450549"/>
          </a:xfrm>
          <a:prstGeom prst="rect">
            <a:avLst/>
          </a:prstGeom>
          <a:solidFill>
            <a:schemeClr val="tx2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 dirty="0">
              <a:ln>
                <a:noFill/>
              </a:ln>
              <a:solidFill>
                <a:srgbClr val="FFFFFF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16" name="Square">
            <a:extLst>
              <a:ext uri="{FF2B5EF4-FFF2-40B4-BE49-F238E27FC236}">
                <a16:creationId xmlns:a16="http://schemas.microsoft.com/office/drawing/2014/main" id="{D4662ED0-432E-6C48-8B26-9A21EDA54E68}"/>
              </a:ext>
            </a:extLst>
          </p:cNvPr>
          <p:cNvSpPr/>
          <p:nvPr/>
        </p:nvSpPr>
        <p:spPr>
          <a:xfrm>
            <a:off x="11741697" y="6407185"/>
            <a:ext cx="450068" cy="450068"/>
          </a:xfrm>
          <a:prstGeom prst="rect">
            <a:avLst/>
          </a:prstGeom>
          <a:solidFill>
            <a:schemeClr val="accent1">
              <a:alpha val="50000"/>
            </a:schemeClr>
          </a:solidFill>
          <a:ln w="12700">
            <a:miter lim="400000"/>
          </a:ln>
        </p:spPr>
        <p:txBody>
          <a:bodyPr lIns="0" tIns="0" rIns="0" bIns="0" anchor="ctr"/>
          <a:lstStyle/>
          <a:p>
            <a:pPr defTabSz="412750">
              <a:defRPr sz="3200">
                <a:solidFill>
                  <a:srgbClr val="026FC5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sz="1600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EFDF4199-9905-E94D-9EEB-E7016E48C0FC}"/>
              </a:ext>
            </a:extLst>
          </p:cNvPr>
          <p:cNvSpPr txBox="1"/>
          <p:nvPr/>
        </p:nvSpPr>
        <p:spPr>
          <a:xfrm>
            <a:off x="11881866" y="6268286"/>
            <a:ext cx="207818" cy="463973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25400" tIns="25400" rIns="25400" bIns="25400" numCol="1" spcCol="38100" rtlCol="0" anchor="ctr">
            <a:spAutoFit/>
          </a:bodyPr>
          <a:lstStyle/>
          <a:p>
            <a:pPr marL="0" marR="0" indent="0" algn="l" defTabSz="1219169" rtl="0" fontAlgn="auto" latinLnBrk="0" hangingPunct="0">
              <a:lnSpc>
                <a:spcPct val="90000"/>
              </a:lnSpc>
              <a:spcBef>
                <a:spcPts val="225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fld id="{302FE90D-A879-0D42-B0CA-7E5C0D197FB5}" type="slidenum">
              <a:rPr kumimoji="0" lang="en-US" sz="850" b="0" i="0" u="none" strike="noStrike" cap="none" spc="0" normalizeH="0" baseline="0" smtClean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Intel Clear" panose="020B0604020203020204" pitchFamily="34" charset="0"/>
                <a:ea typeface="Intel Clear" panose="020B0604020203020204" pitchFamily="34" charset="0"/>
                <a:cs typeface="Intel Clear" panose="020B0604020203020204" pitchFamily="34" charset="0"/>
                <a:sym typeface="Helvetica Neue"/>
              </a:rPr>
              <a:pPr marL="0" marR="0" indent="0" algn="l" defTabSz="1219169" rtl="0" fontAlgn="auto" latinLnBrk="0" hangingPunct="0">
                <a:lnSpc>
                  <a:spcPct val="90000"/>
                </a:lnSpc>
                <a:spcBef>
                  <a:spcPts val="225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t>‹#›</a:t>
            </a:fld>
            <a:endParaRPr kumimoji="0" lang="en-US" sz="850" b="0" i="0" u="none" strike="noStrike" cap="none" spc="0" normalizeH="0" baseline="0" dirty="0">
              <a:ln>
                <a:noFill/>
              </a:ln>
              <a:solidFill>
                <a:schemeClr val="bg1"/>
              </a:solidFill>
              <a:effectLst/>
              <a:uFillTx/>
              <a:latin typeface="Intel Clear" panose="020B0604020203020204" pitchFamily="34" charset="0"/>
              <a:ea typeface="Intel Clear" panose="020B0604020203020204" pitchFamily="34" charset="0"/>
              <a:cs typeface="Intel Clear" panose="020B0604020203020204" pitchFamily="34" charset="0"/>
              <a:sym typeface="Helvetica Neue"/>
            </a:endParaRPr>
          </a:p>
        </p:txBody>
      </p:sp>
      <p:sp>
        <p:nvSpPr>
          <p:cNvPr id="10" name="Title Text">
            <a:extLst>
              <a:ext uri="{FF2B5EF4-FFF2-40B4-BE49-F238E27FC236}">
                <a16:creationId xmlns:a16="http://schemas.microsoft.com/office/drawing/2014/main" id="{145FA424-6F4D-7644-8964-49FF4943202D}"/>
              </a:ext>
            </a:extLst>
          </p:cNvPr>
          <p:cNvSpPr txBox="1">
            <a:spLocks noGrp="1"/>
          </p:cNvSpPr>
          <p:nvPr>
            <p:ph type="title" hasCustomPrompt="1"/>
          </p:nvPr>
        </p:nvSpPr>
        <p:spPr>
          <a:xfrm>
            <a:off x="571501" y="571501"/>
            <a:ext cx="11022060" cy="87374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normAutofit/>
          </a:bodyPr>
          <a:lstStyle>
            <a:lvl1pPr>
              <a:defRPr sz="40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40pt Intel Clear Light Text Goes Here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BF36A7C-A787-47EC-ACD5-77F3FD6AFB8D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71500" y="1599816"/>
            <a:ext cx="11010900" cy="3719897"/>
          </a:xfrm>
        </p:spPr>
        <p:txBody>
          <a:bodyPr>
            <a:normAutofit/>
          </a:bodyPr>
          <a:lstStyle>
            <a:lvl1pPr marL="0" indent="0">
              <a:buNone/>
              <a:defRPr sz="60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11" name="Image" descr="Image">
            <a:extLst>
              <a:ext uri="{FF2B5EF4-FFF2-40B4-BE49-F238E27FC236}">
                <a16:creationId xmlns:a16="http://schemas.microsoft.com/office/drawing/2014/main" id="{B9FFF72B-62D2-4E22-9A98-EF3F6229F4A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51433" y="6543018"/>
            <a:ext cx="491250" cy="190501"/>
          </a:xfrm>
          <a:prstGeom prst="rect">
            <a:avLst/>
          </a:prstGeom>
          <a:ln w="12700">
            <a:miter lim="400000"/>
          </a:ln>
        </p:spPr>
      </p:pic>
      <p:sp>
        <p:nvSpPr>
          <p:cNvPr id="12" name="Rectangle 11">
            <a:extLst>
              <a:ext uri="{FF2B5EF4-FFF2-40B4-BE49-F238E27FC236}">
                <a16:creationId xmlns:a16="http://schemas.microsoft.com/office/drawing/2014/main" id="{EBD06FF7-C66A-4B8C-9693-1423A8337983}"/>
              </a:ext>
            </a:extLst>
          </p:cNvPr>
          <p:cNvSpPr/>
          <p:nvPr/>
        </p:nvSpPr>
        <p:spPr>
          <a:xfrm>
            <a:off x="5529178" y="6562504"/>
            <a:ext cx="1133644" cy="24622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1000" dirty="0">
                <a:solidFill>
                  <a:schemeClr val="bg1"/>
                </a:solidFill>
              </a:rPr>
              <a:t>Intel Confidential</a:t>
            </a:r>
          </a:p>
        </p:txBody>
      </p:sp>
      <p:sp>
        <p:nvSpPr>
          <p:cNvPr id="14" name="Text Placeholder 3">
            <a:extLst>
              <a:ext uri="{FF2B5EF4-FFF2-40B4-BE49-F238E27FC236}">
                <a16:creationId xmlns:a16="http://schemas.microsoft.com/office/drawing/2014/main" id="{222ECF1F-2453-406E-AC0D-F6E6614ECF80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571500" y="5476099"/>
            <a:ext cx="11022013" cy="438150"/>
          </a:xfrm>
        </p:spPr>
        <p:txBody>
          <a:bodyPr/>
          <a:lstStyle>
            <a:lvl1pPr marL="0" indent="0">
              <a:buNone/>
              <a:defRPr>
                <a:solidFill>
                  <a:schemeClr val="bg1"/>
                </a:solidFill>
                <a:latin typeface="+mn-lt"/>
              </a:defRPr>
            </a:lvl1pPr>
            <a:lvl2pPr marL="22860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16C53A36-6661-45AA-8054-02BA7512E621}"/>
              </a:ext>
            </a:extLst>
          </p:cNvPr>
          <p:cNvSpPr/>
          <p:nvPr/>
        </p:nvSpPr>
        <p:spPr>
          <a:xfrm rot="5400000">
            <a:off x="8758537" y="2978453"/>
            <a:ext cx="6407450" cy="450549"/>
          </a:xfrm>
          <a:prstGeom prst="rect">
            <a:avLst/>
          </a:prstGeom>
          <a:solidFill>
            <a:schemeClr val="tx2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A46A0769-1A94-4AD4-AA8D-E3F9AFE0FED6}"/>
              </a:ext>
            </a:extLst>
          </p:cNvPr>
          <p:cNvSpPr/>
          <p:nvPr/>
        </p:nvSpPr>
        <p:spPr>
          <a:xfrm>
            <a:off x="483010" y="6562504"/>
            <a:ext cx="1999265" cy="24622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l"/>
            <a:r>
              <a:rPr lang="en-US" sz="1000" dirty="0">
                <a:solidFill>
                  <a:schemeClr val="bg1"/>
                </a:solidFill>
              </a:rPr>
              <a:t>NESG –  Intel Ethernet Division </a:t>
            </a:r>
          </a:p>
        </p:txBody>
      </p:sp>
    </p:spTree>
    <p:extLst>
      <p:ext uri="{BB962C8B-B14F-4D97-AF65-F5344CB8AC3E}">
        <p14:creationId xmlns:p14="http://schemas.microsoft.com/office/powerpoint/2010/main" val="29952974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Break 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itle Text">
            <a:extLst>
              <a:ext uri="{FF2B5EF4-FFF2-40B4-BE49-F238E27FC236}">
                <a16:creationId xmlns:a16="http://schemas.microsoft.com/office/drawing/2014/main" id="{56CA39C9-EAE4-4511-9CE8-BB4D4B47FC0C}"/>
              </a:ext>
            </a:extLst>
          </p:cNvPr>
          <p:cNvSpPr txBox="1">
            <a:spLocks noGrp="1"/>
          </p:cNvSpPr>
          <p:nvPr>
            <p:ph type="title" hasCustomPrompt="1"/>
          </p:nvPr>
        </p:nvSpPr>
        <p:spPr>
          <a:xfrm>
            <a:off x="571370" y="2140785"/>
            <a:ext cx="11010816" cy="165168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 anchor="b" anchorCtr="0">
            <a:noAutofit/>
          </a:bodyPr>
          <a:lstStyle>
            <a:lvl1pPr>
              <a:defRPr sz="4800">
                <a:solidFill>
                  <a:srgbClr val="525252"/>
                </a:solidFill>
              </a:defRPr>
            </a:lvl1pPr>
          </a:lstStyle>
          <a:p>
            <a:r>
              <a:rPr lang="en-US" dirty="0"/>
              <a:t>Section Break Text Goes Here</a:t>
            </a:r>
          </a:p>
        </p:txBody>
      </p:sp>
      <p:sp>
        <p:nvSpPr>
          <p:cNvPr id="8" name="Text Placeholder 3">
            <a:extLst>
              <a:ext uri="{FF2B5EF4-FFF2-40B4-BE49-F238E27FC236}">
                <a16:creationId xmlns:a16="http://schemas.microsoft.com/office/drawing/2014/main" id="{4B923F7B-306D-4D7E-9DB3-5B163B8D53FC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571500" y="3939750"/>
            <a:ext cx="11022013" cy="438150"/>
          </a:xfrm>
        </p:spPr>
        <p:txBody>
          <a:bodyPr/>
          <a:lstStyle>
            <a:lvl1pPr marL="0" indent="0">
              <a:buNone/>
              <a:defRPr>
                <a:solidFill>
                  <a:schemeClr val="accent1"/>
                </a:solidFill>
                <a:latin typeface="+mn-lt"/>
              </a:defRPr>
            </a:lvl1pPr>
            <a:lvl2pPr marL="22860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7983773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Section Break Blu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C8B5B8CD-DD94-44E8-9F69-C9075C2E0A93}"/>
              </a:ext>
            </a:extLst>
          </p:cNvPr>
          <p:cNvSpPr/>
          <p:nvPr/>
        </p:nvSpPr>
        <p:spPr>
          <a:xfrm>
            <a:off x="0" y="6407451"/>
            <a:ext cx="11736987" cy="450549"/>
          </a:xfrm>
          <a:prstGeom prst="rect">
            <a:avLst/>
          </a:prstGeom>
          <a:solidFill>
            <a:schemeClr val="tx2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pic>
        <p:nvPicPr>
          <p:cNvPr id="721" name="Image" descr="Imag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51433" y="6543018"/>
            <a:ext cx="491250" cy="190501"/>
          </a:xfrm>
          <a:prstGeom prst="rect">
            <a:avLst/>
          </a:prstGeom>
          <a:ln w="12700">
            <a:miter lim="400000"/>
          </a:ln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3F655609-5439-9C4A-8F0D-9AB5A1AAC9A3}"/>
              </a:ext>
            </a:extLst>
          </p:cNvPr>
          <p:cNvSpPr txBox="1"/>
          <p:nvPr/>
        </p:nvSpPr>
        <p:spPr>
          <a:xfrm>
            <a:off x="11881866" y="6268286"/>
            <a:ext cx="207818" cy="463973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25400" tIns="25400" rIns="25400" bIns="25400" numCol="1" spcCol="38100" rtlCol="0" anchor="ctr">
            <a:spAutoFit/>
          </a:bodyPr>
          <a:lstStyle/>
          <a:p>
            <a:pPr marL="0" marR="0" indent="0" algn="l" defTabSz="1219169" rtl="0" fontAlgn="auto" latinLnBrk="0" hangingPunct="0">
              <a:lnSpc>
                <a:spcPct val="90000"/>
              </a:lnSpc>
              <a:spcBef>
                <a:spcPts val="225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fld id="{302FE90D-A879-0D42-B0CA-7E5C0D197FB5}" type="slidenum">
              <a:rPr kumimoji="0" lang="en-US" sz="850" b="0" i="0" u="none" strike="noStrike" cap="none" spc="0" normalizeH="0" baseline="0" smtClean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Intel Clear" panose="020B0604020203020204" pitchFamily="34" charset="0"/>
                <a:ea typeface="Intel Clear" panose="020B0604020203020204" pitchFamily="34" charset="0"/>
                <a:cs typeface="Intel Clear" panose="020B0604020203020204" pitchFamily="34" charset="0"/>
                <a:sym typeface="Helvetica Neue"/>
              </a:rPr>
              <a:pPr marL="0" marR="0" indent="0" algn="l" defTabSz="1219169" rtl="0" fontAlgn="auto" latinLnBrk="0" hangingPunct="0">
                <a:lnSpc>
                  <a:spcPct val="90000"/>
                </a:lnSpc>
                <a:spcBef>
                  <a:spcPts val="225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t>‹#›</a:t>
            </a:fld>
            <a:endParaRPr kumimoji="0" lang="en-US" sz="850" b="0" i="0" u="none" strike="noStrike" cap="none" spc="0" normalizeH="0" baseline="0" dirty="0">
              <a:ln>
                <a:noFill/>
              </a:ln>
              <a:solidFill>
                <a:srgbClr val="FFFFFF"/>
              </a:solidFill>
              <a:effectLst/>
              <a:uFillTx/>
              <a:latin typeface="Intel Clear" panose="020B0604020203020204" pitchFamily="34" charset="0"/>
              <a:ea typeface="Intel Clear" panose="020B0604020203020204" pitchFamily="34" charset="0"/>
              <a:cs typeface="Intel Clear" panose="020B0604020203020204" pitchFamily="34" charset="0"/>
              <a:sym typeface="Helvetica Neue"/>
            </a:endParaRPr>
          </a:p>
        </p:txBody>
      </p:sp>
      <p:sp>
        <p:nvSpPr>
          <p:cNvPr id="16" name="Title Text">
            <a:extLst>
              <a:ext uri="{FF2B5EF4-FFF2-40B4-BE49-F238E27FC236}">
                <a16:creationId xmlns:a16="http://schemas.microsoft.com/office/drawing/2014/main" id="{38003A1C-51D1-4427-BFE8-8448E4C61D6B}"/>
              </a:ext>
            </a:extLst>
          </p:cNvPr>
          <p:cNvSpPr txBox="1">
            <a:spLocks noGrp="1"/>
          </p:cNvSpPr>
          <p:nvPr>
            <p:ph type="title" hasCustomPrompt="1"/>
          </p:nvPr>
        </p:nvSpPr>
        <p:spPr>
          <a:xfrm>
            <a:off x="571370" y="2140785"/>
            <a:ext cx="11010816" cy="165168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 anchor="b" anchorCtr="0">
            <a:noAutofit/>
          </a:bodyPr>
          <a:lstStyle>
            <a:lvl1pPr>
              <a:defRPr sz="48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Section Break Text Goes Here</a:t>
            </a:r>
          </a:p>
        </p:txBody>
      </p:sp>
      <p:sp>
        <p:nvSpPr>
          <p:cNvPr id="10" name="Text Placeholder 3">
            <a:extLst>
              <a:ext uri="{FF2B5EF4-FFF2-40B4-BE49-F238E27FC236}">
                <a16:creationId xmlns:a16="http://schemas.microsoft.com/office/drawing/2014/main" id="{130F9DFC-5AE2-4BB1-822C-8EAEAE2CA5F2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571500" y="3948942"/>
            <a:ext cx="11022013" cy="438150"/>
          </a:xfrm>
        </p:spPr>
        <p:txBody>
          <a:bodyPr/>
          <a:lstStyle>
            <a:lvl1pPr marL="0" indent="0">
              <a:buNone/>
              <a:defRPr>
                <a:solidFill>
                  <a:schemeClr val="bg1"/>
                </a:solidFill>
                <a:latin typeface="+mn-lt"/>
              </a:defRPr>
            </a:lvl1pPr>
            <a:lvl2pPr marL="22860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F82519BB-51CE-4A9C-AFEF-514971F5D779}"/>
              </a:ext>
            </a:extLst>
          </p:cNvPr>
          <p:cNvSpPr/>
          <p:nvPr/>
        </p:nvSpPr>
        <p:spPr>
          <a:xfrm rot="5400000">
            <a:off x="8758537" y="2978453"/>
            <a:ext cx="6407450" cy="450549"/>
          </a:xfrm>
          <a:prstGeom prst="rect">
            <a:avLst/>
          </a:prstGeom>
          <a:solidFill>
            <a:schemeClr val="tx2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103E0CE2-17D2-43E9-B4CE-066B2E926FE4}"/>
              </a:ext>
            </a:extLst>
          </p:cNvPr>
          <p:cNvSpPr/>
          <p:nvPr/>
        </p:nvSpPr>
        <p:spPr>
          <a:xfrm>
            <a:off x="5529178" y="6562504"/>
            <a:ext cx="1133644" cy="24622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1000" dirty="0">
                <a:solidFill>
                  <a:schemeClr val="bg1"/>
                </a:solidFill>
              </a:rPr>
              <a:t>Intel Confidential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043E14DB-8E3E-4E72-B0BF-D8D3A12F9ED7}"/>
              </a:ext>
            </a:extLst>
          </p:cNvPr>
          <p:cNvSpPr/>
          <p:nvPr/>
        </p:nvSpPr>
        <p:spPr>
          <a:xfrm>
            <a:off x="483010" y="6562504"/>
            <a:ext cx="1999265" cy="24622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l"/>
            <a:r>
              <a:rPr lang="en-US" sz="1000" dirty="0">
                <a:solidFill>
                  <a:schemeClr val="bg1"/>
                </a:solidFill>
              </a:rPr>
              <a:t>NESG –  Intel Ethernet Division </a:t>
            </a:r>
          </a:p>
        </p:txBody>
      </p:sp>
    </p:spTree>
    <p:extLst>
      <p:ext uri="{BB962C8B-B14F-4D97-AF65-F5344CB8AC3E}">
        <p14:creationId xmlns:p14="http://schemas.microsoft.com/office/powerpoint/2010/main" val="24139164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Section Break Light Blue">
    <p:bg>
      <p:bgPr>
        <a:solidFill>
          <a:schemeClr val="accent2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:a16="http://schemas.microsoft.com/office/drawing/2014/main" id="{FE22C60C-8CBC-40B8-ABEA-44BF775A3581}"/>
              </a:ext>
            </a:extLst>
          </p:cNvPr>
          <p:cNvSpPr/>
          <p:nvPr/>
        </p:nvSpPr>
        <p:spPr>
          <a:xfrm rot="5400000">
            <a:off x="8758537" y="2978453"/>
            <a:ext cx="6407450" cy="450549"/>
          </a:xfrm>
          <a:prstGeom prst="rect">
            <a:avLst/>
          </a:prstGeom>
          <a:solidFill>
            <a:schemeClr val="accent2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pic>
        <p:nvPicPr>
          <p:cNvPr id="862" name="Image" descr="Imag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51433" y="6543018"/>
            <a:ext cx="491250" cy="190501"/>
          </a:xfrm>
          <a:prstGeom prst="rect">
            <a:avLst/>
          </a:prstGeom>
          <a:ln w="12700">
            <a:miter lim="400000"/>
          </a:ln>
        </p:spPr>
      </p:pic>
      <p:sp>
        <p:nvSpPr>
          <p:cNvPr id="866" name="Text"/>
          <p:cNvSpPr txBox="1"/>
          <p:nvPr/>
        </p:nvSpPr>
        <p:spPr>
          <a:xfrm>
            <a:off x="11942955" y="6538004"/>
            <a:ext cx="51361" cy="189796"/>
          </a:xfrm>
          <a:prstGeom prst="rect">
            <a:avLst/>
          </a:prstGeom>
          <a:ln w="12700">
            <a:miter lim="400000"/>
          </a:ln>
        </p:spPr>
        <p:txBody>
          <a:bodyPr wrap="none" lIns="25400" tIns="25400" rIns="25400" bIns="25400" anchor="b">
            <a:spAutoFit/>
          </a:bodyPr>
          <a:lstStyle/>
          <a:p>
            <a:pPr algn="ctr" defTabSz="292100">
              <a:lnSpc>
                <a:spcPct val="100000"/>
              </a:lnSpc>
              <a:spcBef>
                <a:spcPts val="0"/>
              </a:spcBef>
              <a:defRPr sz="1800">
                <a:solidFill>
                  <a:srgbClr val="FFFFFF"/>
                </a:solidFill>
                <a:latin typeface="Intel Clear"/>
                <a:ea typeface="Intel Clear"/>
                <a:cs typeface="Intel Clear"/>
                <a:sym typeface="Intel Clear"/>
              </a:defRPr>
            </a:pPr>
            <a:endParaRPr sz="90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D4875CE-AB47-3643-8581-D89E9CF7EFC1}"/>
              </a:ext>
            </a:extLst>
          </p:cNvPr>
          <p:cNvSpPr txBox="1"/>
          <p:nvPr/>
        </p:nvSpPr>
        <p:spPr>
          <a:xfrm>
            <a:off x="11881866" y="6268286"/>
            <a:ext cx="207818" cy="463973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25400" tIns="25400" rIns="25400" bIns="25400" numCol="1" spcCol="38100" rtlCol="0" anchor="ctr">
            <a:spAutoFit/>
          </a:bodyPr>
          <a:lstStyle/>
          <a:p>
            <a:pPr marL="0" marR="0" indent="0" algn="l" defTabSz="1219169" rtl="0" fontAlgn="auto" latinLnBrk="0" hangingPunct="0">
              <a:lnSpc>
                <a:spcPct val="90000"/>
              </a:lnSpc>
              <a:spcBef>
                <a:spcPts val="225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fld id="{302FE90D-A879-0D42-B0CA-7E5C0D197FB5}" type="slidenum">
              <a:rPr kumimoji="0" lang="en-US" sz="850" b="0" i="0" u="none" strike="noStrike" cap="none" spc="0" normalizeH="0" baseline="0" smtClean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Intel Clear" panose="020B0604020203020204" pitchFamily="34" charset="0"/>
                <a:ea typeface="Intel Clear" panose="020B0604020203020204" pitchFamily="34" charset="0"/>
                <a:cs typeface="Intel Clear" panose="020B0604020203020204" pitchFamily="34" charset="0"/>
                <a:sym typeface="Helvetica Neue"/>
              </a:rPr>
              <a:pPr marL="0" marR="0" indent="0" algn="l" defTabSz="1219169" rtl="0" fontAlgn="auto" latinLnBrk="0" hangingPunct="0">
                <a:lnSpc>
                  <a:spcPct val="90000"/>
                </a:lnSpc>
                <a:spcBef>
                  <a:spcPts val="225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t>‹#›</a:t>
            </a:fld>
            <a:endParaRPr kumimoji="0" lang="en-US" sz="850" b="0" i="0" u="none" strike="noStrike" cap="none" spc="0" normalizeH="0" baseline="0" dirty="0">
              <a:ln>
                <a:noFill/>
              </a:ln>
              <a:solidFill>
                <a:srgbClr val="FFFFFF"/>
              </a:solidFill>
              <a:effectLst/>
              <a:uFillTx/>
              <a:latin typeface="Intel Clear" panose="020B0604020203020204" pitchFamily="34" charset="0"/>
              <a:ea typeface="Intel Clear" panose="020B0604020203020204" pitchFamily="34" charset="0"/>
              <a:cs typeface="Intel Clear" panose="020B0604020203020204" pitchFamily="34" charset="0"/>
              <a:sym typeface="Helvetica Neue"/>
            </a:endParaRPr>
          </a:p>
        </p:txBody>
      </p:sp>
      <p:sp>
        <p:nvSpPr>
          <p:cNvPr id="17" name="Title Text">
            <a:extLst>
              <a:ext uri="{FF2B5EF4-FFF2-40B4-BE49-F238E27FC236}">
                <a16:creationId xmlns:a16="http://schemas.microsoft.com/office/drawing/2014/main" id="{5844F860-03F8-4657-A6E6-4E8919DD4FFF}"/>
              </a:ext>
            </a:extLst>
          </p:cNvPr>
          <p:cNvSpPr txBox="1">
            <a:spLocks noGrp="1"/>
          </p:cNvSpPr>
          <p:nvPr>
            <p:ph type="title" hasCustomPrompt="1"/>
          </p:nvPr>
        </p:nvSpPr>
        <p:spPr>
          <a:xfrm>
            <a:off x="571370" y="2140785"/>
            <a:ext cx="11010816" cy="165168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 anchor="b" anchorCtr="0">
            <a:noAutofit/>
          </a:bodyPr>
          <a:lstStyle>
            <a:lvl1pPr>
              <a:defRPr sz="48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Section Break Text Goes Here</a:t>
            </a:r>
          </a:p>
        </p:txBody>
      </p:sp>
      <p:sp>
        <p:nvSpPr>
          <p:cNvPr id="11" name="Text Placeholder 3">
            <a:extLst>
              <a:ext uri="{FF2B5EF4-FFF2-40B4-BE49-F238E27FC236}">
                <a16:creationId xmlns:a16="http://schemas.microsoft.com/office/drawing/2014/main" id="{ADACC9CB-1B2F-42BF-8D9F-62EC595FEA6C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571500" y="3964420"/>
            <a:ext cx="11022013" cy="438150"/>
          </a:xfrm>
        </p:spPr>
        <p:txBody>
          <a:bodyPr/>
          <a:lstStyle>
            <a:lvl1pPr marL="0" indent="0">
              <a:buNone/>
              <a:defRPr>
                <a:solidFill>
                  <a:schemeClr val="bg1"/>
                </a:solidFill>
                <a:latin typeface="+mn-lt"/>
              </a:defRPr>
            </a:lvl1pPr>
            <a:lvl2pPr marL="22860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B83A18A5-FEF5-4B70-8833-2C013B4E1AC0}"/>
              </a:ext>
            </a:extLst>
          </p:cNvPr>
          <p:cNvSpPr/>
          <p:nvPr/>
        </p:nvSpPr>
        <p:spPr>
          <a:xfrm>
            <a:off x="5529178" y="6562504"/>
            <a:ext cx="1133644" cy="24622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1000" dirty="0">
                <a:solidFill>
                  <a:schemeClr val="bg1"/>
                </a:solidFill>
              </a:rPr>
              <a:t>Intel Confidential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AB56E188-41E4-4392-8D93-B703F02CE4C5}"/>
              </a:ext>
            </a:extLst>
          </p:cNvPr>
          <p:cNvSpPr/>
          <p:nvPr/>
        </p:nvSpPr>
        <p:spPr>
          <a:xfrm>
            <a:off x="483010" y="6562504"/>
            <a:ext cx="1999265" cy="24622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l"/>
            <a:r>
              <a:rPr lang="en-US" sz="1000" dirty="0">
                <a:solidFill>
                  <a:schemeClr val="bg1"/>
                </a:solidFill>
              </a:rPr>
              <a:t>NESG –  Intel Ethernet Division </a:t>
            </a:r>
          </a:p>
        </p:txBody>
      </p:sp>
    </p:spTree>
    <p:extLst>
      <p:ext uri="{BB962C8B-B14F-4D97-AF65-F5344CB8AC3E}">
        <p14:creationId xmlns:p14="http://schemas.microsoft.com/office/powerpoint/2010/main" val="426146236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, Sub &amp; Content Blue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Square">
            <a:extLst>
              <a:ext uri="{FF2B5EF4-FFF2-40B4-BE49-F238E27FC236}">
                <a16:creationId xmlns:a16="http://schemas.microsoft.com/office/drawing/2014/main" id="{4C58A6BF-BF0D-4749-B07B-7C0A27747D42}"/>
              </a:ext>
            </a:extLst>
          </p:cNvPr>
          <p:cNvSpPr/>
          <p:nvPr/>
        </p:nvSpPr>
        <p:spPr>
          <a:xfrm>
            <a:off x="11741697" y="6405280"/>
            <a:ext cx="450068" cy="450068"/>
          </a:xfrm>
          <a:prstGeom prst="rect">
            <a:avLst/>
          </a:prstGeom>
          <a:solidFill>
            <a:schemeClr val="accent1"/>
          </a:solidFill>
          <a:ln w="12700">
            <a:miter lim="400000"/>
          </a:ln>
        </p:spPr>
        <p:txBody>
          <a:bodyPr lIns="0" tIns="0" rIns="0" bIns="0" anchor="ctr"/>
          <a:lstStyle/>
          <a:p>
            <a:pPr algn="ctr" defTabSz="41275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026FC5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sz="1600"/>
          </a:p>
        </p:txBody>
      </p:sp>
      <p:sp>
        <p:nvSpPr>
          <p:cNvPr id="697" name="Square"/>
          <p:cNvSpPr/>
          <p:nvPr/>
        </p:nvSpPr>
        <p:spPr>
          <a:xfrm>
            <a:off x="709974" y="2295859"/>
            <a:ext cx="318638" cy="318638"/>
          </a:xfrm>
          <a:prstGeom prst="rect">
            <a:avLst/>
          </a:prstGeom>
          <a:solidFill>
            <a:srgbClr val="00C7FD"/>
          </a:solidFill>
          <a:ln w="12700">
            <a:miter lim="400000"/>
          </a:ln>
        </p:spPr>
        <p:txBody>
          <a:bodyPr lIns="25400" tIns="25400" rIns="25400" bIns="25400" anchor="ctr"/>
          <a:lstStyle/>
          <a:p>
            <a:pPr algn="ctr" defTabSz="41275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0068B5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sz="1600"/>
          </a:p>
        </p:txBody>
      </p:sp>
      <p:sp>
        <p:nvSpPr>
          <p:cNvPr id="698" name="Square"/>
          <p:cNvSpPr/>
          <p:nvPr/>
        </p:nvSpPr>
        <p:spPr>
          <a:xfrm>
            <a:off x="536812" y="2122317"/>
            <a:ext cx="174318" cy="174318"/>
          </a:xfrm>
          <a:prstGeom prst="rect">
            <a:avLst/>
          </a:prstGeom>
          <a:solidFill>
            <a:srgbClr val="7BDEFF"/>
          </a:solidFill>
          <a:ln w="12700">
            <a:miter lim="400000"/>
          </a:ln>
        </p:spPr>
        <p:txBody>
          <a:bodyPr lIns="25400" tIns="25400" rIns="25400" bIns="25400" anchor="ctr"/>
          <a:lstStyle/>
          <a:p>
            <a:pPr algn="ctr" defTabSz="41275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sz="1600"/>
          </a:p>
        </p:txBody>
      </p:sp>
      <p:sp>
        <p:nvSpPr>
          <p:cNvPr id="699" name="Square"/>
          <p:cNvSpPr/>
          <p:nvPr/>
        </p:nvSpPr>
        <p:spPr>
          <a:xfrm>
            <a:off x="709974" y="2023075"/>
            <a:ext cx="98724" cy="98723"/>
          </a:xfrm>
          <a:prstGeom prst="rect">
            <a:avLst/>
          </a:prstGeom>
          <a:solidFill>
            <a:srgbClr val="B4F0FF"/>
          </a:solidFill>
          <a:ln w="12700">
            <a:miter lim="400000"/>
          </a:ln>
        </p:spPr>
        <p:txBody>
          <a:bodyPr lIns="25400" tIns="25400" rIns="25400" bIns="25400" anchor="ctr"/>
          <a:lstStyle/>
          <a:p>
            <a:pPr algn="ctr" defTabSz="41275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sz="1600"/>
          </a:p>
        </p:txBody>
      </p:sp>
      <p:sp>
        <p:nvSpPr>
          <p:cNvPr id="700" name="Rectangle"/>
          <p:cNvSpPr/>
          <p:nvPr/>
        </p:nvSpPr>
        <p:spPr>
          <a:xfrm>
            <a:off x="5814183" y="402558"/>
            <a:ext cx="5927511" cy="6003471"/>
          </a:xfrm>
          <a:prstGeom prst="rect">
            <a:avLst/>
          </a:prstGeom>
          <a:solidFill>
            <a:schemeClr val="accent1"/>
          </a:solidFill>
          <a:ln w="12700">
            <a:miter lim="400000"/>
          </a:ln>
        </p:spPr>
        <p:txBody>
          <a:bodyPr lIns="0" tIns="0" rIns="0" bIns="0" anchor="ctr"/>
          <a:lstStyle/>
          <a:p>
            <a:pPr algn="ctr" defTabSz="41275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sz="1600"/>
          </a:p>
        </p:txBody>
      </p:sp>
      <p:pic>
        <p:nvPicPr>
          <p:cNvPr id="705" name="Image" descr="Imag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51433" y="6543018"/>
            <a:ext cx="491250" cy="190501"/>
          </a:xfrm>
          <a:prstGeom prst="rect">
            <a:avLst/>
          </a:prstGeom>
          <a:ln w="12700">
            <a:miter lim="400000"/>
          </a:ln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F5846515-4871-AA4D-B71A-1561CC2E3701}"/>
              </a:ext>
            </a:extLst>
          </p:cNvPr>
          <p:cNvSpPr txBox="1"/>
          <p:nvPr/>
        </p:nvSpPr>
        <p:spPr>
          <a:xfrm>
            <a:off x="11881866" y="6268286"/>
            <a:ext cx="207818" cy="463973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25400" tIns="25400" rIns="25400" bIns="25400" numCol="1" spcCol="38100" rtlCol="0" anchor="ctr">
            <a:spAutoFit/>
          </a:bodyPr>
          <a:lstStyle/>
          <a:p>
            <a:pPr marL="0" marR="0" indent="0" algn="l" defTabSz="1219169" rtl="0" fontAlgn="auto" latinLnBrk="0" hangingPunct="0">
              <a:lnSpc>
                <a:spcPct val="90000"/>
              </a:lnSpc>
              <a:spcBef>
                <a:spcPts val="225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fld id="{302FE90D-A879-0D42-B0CA-7E5C0D197FB5}" type="slidenum">
              <a:rPr kumimoji="0" lang="en-US" sz="850" b="0" i="0" u="none" strike="noStrike" cap="none" spc="0" normalizeH="0" baseline="0" smtClean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Intel Clear" panose="020B0604020203020204" pitchFamily="34" charset="0"/>
                <a:ea typeface="Intel Clear" panose="020B0604020203020204" pitchFamily="34" charset="0"/>
                <a:cs typeface="Intel Clear" panose="020B0604020203020204" pitchFamily="34" charset="0"/>
                <a:sym typeface="Helvetica Neue"/>
              </a:rPr>
              <a:pPr marL="0" marR="0" indent="0" algn="l" defTabSz="1219169" rtl="0" fontAlgn="auto" latinLnBrk="0" hangingPunct="0">
                <a:lnSpc>
                  <a:spcPct val="90000"/>
                </a:lnSpc>
                <a:spcBef>
                  <a:spcPts val="225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t>‹#›</a:t>
            </a:fld>
            <a:endParaRPr kumimoji="0" lang="en-US" sz="850" b="0" i="0" u="none" strike="noStrike" cap="none" spc="0" normalizeH="0" baseline="0" dirty="0">
              <a:ln>
                <a:noFill/>
              </a:ln>
              <a:solidFill>
                <a:srgbClr val="FFFFFF"/>
              </a:solidFill>
              <a:effectLst/>
              <a:uFillTx/>
              <a:latin typeface="Intel Clear" panose="020B0604020203020204" pitchFamily="34" charset="0"/>
              <a:ea typeface="Intel Clear" panose="020B0604020203020204" pitchFamily="34" charset="0"/>
              <a:cs typeface="Intel Clear" panose="020B0604020203020204" pitchFamily="34" charset="0"/>
              <a:sym typeface="Helvetica Neue"/>
            </a:endParaRPr>
          </a:p>
        </p:txBody>
      </p: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DFE89D76-523B-456C-9EE9-BC9CB964E5C3}"/>
              </a:ext>
            </a:extLst>
          </p:cNvPr>
          <p:cNvSpPr>
            <a:spLocks noGrp="1"/>
          </p:cNvSpPr>
          <p:nvPr>
            <p:ph sz="quarter" idx="27"/>
          </p:nvPr>
        </p:nvSpPr>
        <p:spPr>
          <a:xfrm>
            <a:off x="6394450" y="1974850"/>
            <a:ext cx="4852988" cy="3703638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3" name="Title Text">
            <a:extLst>
              <a:ext uri="{FF2B5EF4-FFF2-40B4-BE49-F238E27FC236}">
                <a16:creationId xmlns:a16="http://schemas.microsoft.com/office/drawing/2014/main" id="{5F192548-45E5-4F50-A32B-E61F6CFA996F}"/>
              </a:ext>
            </a:extLst>
          </p:cNvPr>
          <p:cNvSpPr txBox="1">
            <a:spLocks noGrp="1"/>
          </p:cNvSpPr>
          <p:nvPr>
            <p:ph type="title" hasCustomPrompt="1"/>
          </p:nvPr>
        </p:nvSpPr>
        <p:spPr>
          <a:xfrm>
            <a:off x="1014757" y="2545222"/>
            <a:ext cx="4785571" cy="249783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 anchor="t" anchorCtr="0">
            <a:noAutofit/>
          </a:bodyPr>
          <a:lstStyle>
            <a:lvl1pPr>
              <a:defRPr sz="40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Title Text Goes Here</a:t>
            </a:r>
          </a:p>
        </p:txBody>
      </p:sp>
      <p:sp>
        <p:nvSpPr>
          <p:cNvPr id="14" name="Text Placeholder 3">
            <a:extLst>
              <a:ext uri="{FF2B5EF4-FFF2-40B4-BE49-F238E27FC236}">
                <a16:creationId xmlns:a16="http://schemas.microsoft.com/office/drawing/2014/main" id="{38703551-AC59-4BD9-8B3C-616B6DFB3DB4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6394450" y="740229"/>
            <a:ext cx="4865211" cy="1078146"/>
          </a:xfrm>
        </p:spPr>
        <p:txBody>
          <a:bodyPr anchor="b" anchorCtr="0">
            <a:normAutofit/>
          </a:bodyPr>
          <a:lstStyle>
            <a:lvl1pPr marL="0" indent="0">
              <a:buNone/>
              <a:defRPr sz="3200">
                <a:solidFill>
                  <a:schemeClr val="bg1"/>
                </a:solidFill>
                <a:latin typeface="+mn-lt"/>
              </a:defRPr>
            </a:lvl1pPr>
            <a:lvl2pPr marL="22860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6C4BAB3A-A804-4AF3-B75A-032E2D97B323}"/>
              </a:ext>
            </a:extLst>
          </p:cNvPr>
          <p:cNvSpPr/>
          <p:nvPr/>
        </p:nvSpPr>
        <p:spPr>
          <a:xfrm>
            <a:off x="5529178" y="6562504"/>
            <a:ext cx="1133644" cy="24622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1000" dirty="0">
                <a:solidFill>
                  <a:schemeClr val="bg1"/>
                </a:solidFill>
              </a:rPr>
              <a:t>Intel Confidential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F4C6E012-1326-4C65-850E-F477F7076133}"/>
              </a:ext>
            </a:extLst>
          </p:cNvPr>
          <p:cNvSpPr/>
          <p:nvPr/>
        </p:nvSpPr>
        <p:spPr>
          <a:xfrm>
            <a:off x="483010" y="6562504"/>
            <a:ext cx="1999265" cy="24622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l"/>
            <a:r>
              <a:rPr lang="en-US" sz="1000" dirty="0">
                <a:solidFill>
                  <a:schemeClr val="bg1"/>
                </a:solidFill>
              </a:rPr>
              <a:t>NESG –  Intel Ethernet Division </a:t>
            </a:r>
          </a:p>
        </p:txBody>
      </p:sp>
    </p:spTree>
    <p:extLst>
      <p:ext uri="{BB962C8B-B14F-4D97-AF65-F5344CB8AC3E}">
        <p14:creationId xmlns:p14="http://schemas.microsoft.com/office/powerpoint/2010/main" val="988394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, Sub &amp; Content Blue 2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Square">
            <a:extLst>
              <a:ext uri="{FF2B5EF4-FFF2-40B4-BE49-F238E27FC236}">
                <a16:creationId xmlns:a16="http://schemas.microsoft.com/office/drawing/2014/main" id="{3B808FDC-D2A2-42EB-B356-E69E4A048F8E}"/>
              </a:ext>
            </a:extLst>
          </p:cNvPr>
          <p:cNvSpPr/>
          <p:nvPr/>
        </p:nvSpPr>
        <p:spPr>
          <a:xfrm>
            <a:off x="11741697" y="6405280"/>
            <a:ext cx="450068" cy="450068"/>
          </a:xfrm>
          <a:prstGeom prst="rect">
            <a:avLst/>
          </a:prstGeom>
          <a:solidFill>
            <a:schemeClr val="accent1"/>
          </a:solidFill>
          <a:ln w="12700">
            <a:miter lim="400000"/>
          </a:ln>
        </p:spPr>
        <p:txBody>
          <a:bodyPr lIns="0" tIns="0" rIns="0" bIns="0" anchor="ctr"/>
          <a:lstStyle/>
          <a:p>
            <a:pPr algn="ctr" defTabSz="41275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026FC5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sz="1600"/>
          </a:p>
        </p:txBody>
      </p:sp>
      <p:sp>
        <p:nvSpPr>
          <p:cNvPr id="22" name="Rectangle">
            <a:extLst>
              <a:ext uri="{FF2B5EF4-FFF2-40B4-BE49-F238E27FC236}">
                <a16:creationId xmlns:a16="http://schemas.microsoft.com/office/drawing/2014/main" id="{8A1BD37C-2C85-4873-ABDD-4B358A87ED4B}"/>
              </a:ext>
            </a:extLst>
          </p:cNvPr>
          <p:cNvSpPr/>
          <p:nvPr/>
        </p:nvSpPr>
        <p:spPr>
          <a:xfrm>
            <a:off x="5814183" y="402558"/>
            <a:ext cx="5927511" cy="6003471"/>
          </a:xfrm>
          <a:prstGeom prst="rect">
            <a:avLst/>
          </a:prstGeom>
          <a:solidFill>
            <a:schemeClr val="accent1"/>
          </a:solidFill>
          <a:ln w="12700">
            <a:miter lim="400000"/>
          </a:ln>
        </p:spPr>
        <p:txBody>
          <a:bodyPr lIns="0" tIns="0" rIns="0" bIns="0" anchor="ctr"/>
          <a:lstStyle/>
          <a:p>
            <a:pPr algn="ctr" defTabSz="41275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sz="1600"/>
          </a:p>
        </p:txBody>
      </p:sp>
      <p:sp>
        <p:nvSpPr>
          <p:cNvPr id="670" name="Square"/>
          <p:cNvSpPr/>
          <p:nvPr/>
        </p:nvSpPr>
        <p:spPr>
          <a:xfrm>
            <a:off x="707513" y="2295859"/>
            <a:ext cx="318638" cy="318638"/>
          </a:xfrm>
          <a:prstGeom prst="rect">
            <a:avLst/>
          </a:prstGeom>
          <a:solidFill>
            <a:srgbClr val="D9692F"/>
          </a:solidFill>
          <a:ln w="12700">
            <a:miter lim="400000"/>
          </a:ln>
        </p:spPr>
        <p:txBody>
          <a:bodyPr lIns="25400" tIns="25400" rIns="25400" bIns="25400" anchor="ctr"/>
          <a:lstStyle/>
          <a:p>
            <a:pPr algn="ctr" defTabSz="41275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0068B5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sz="1600"/>
          </a:p>
        </p:txBody>
      </p:sp>
      <p:sp>
        <p:nvSpPr>
          <p:cNvPr id="671" name="Square"/>
          <p:cNvSpPr/>
          <p:nvPr/>
        </p:nvSpPr>
        <p:spPr>
          <a:xfrm>
            <a:off x="533946" y="2122317"/>
            <a:ext cx="174318" cy="174318"/>
          </a:xfrm>
          <a:prstGeom prst="rect">
            <a:avLst/>
          </a:prstGeom>
          <a:solidFill>
            <a:srgbClr val="F6CB4B"/>
          </a:solidFill>
          <a:ln w="12700">
            <a:miter lim="400000"/>
          </a:ln>
        </p:spPr>
        <p:txBody>
          <a:bodyPr lIns="25400" tIns="25400" rIns="25400" bIns="25400" anchor="ctr"/>
          <a:lstStyle/>
          <a:p>
            <a:pPr algn="ctr" defTabSz="41275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sz="1600"/>
          </a:p>
        </p:txBody>
      </p:sp>
      <p:sp>
        <p:nvSpPr>
          <p:cNvPr id="672" name="Square"/>
          <p:cNvSpPr/>
          <p:nvPr/>
        </p:nvSpPr>
        <p:spPr>
          <a:xfrm>
            <a:off x="707513" y="2023075"/>
            <a:ext cx="98724" cy="98723"/>
          </a:xfrm>
          <a:prstGeom prst="rect">
            <a:avLst/>
          </a:prstGeom>
          <a:solidFill>
            <a:srgbClr val="D9692F"/>
          </a:solidFill>
          <a:ln w="12700">
            <a:miter lim="400000"/>
          </a:ln>
        </p:spPr>
        <p:txBody>
          <a:bodyPr lIns="25400" tIns="25400" rIns="25400" bIns="25400" anchor="ctr"/>
          <a:lstStyle/>
          <a:p>
            <a:pPr algn="ctr" defTabSz="41275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sz="1600"/>
          </a:p>
        </p:txBody>
      </p:sp>
      <p:pic>
        <p:nvPicPr>
          <p:cNvPr id="673" name="Image" descr="Imag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51433" y="6543018"/>
            <a:ext cx="491250" cy="190501"/>
          </a:xfrm>
          <a:prstGeom prst="rect">
            <a:avLst/>
          </a:prstGeom>
          <a:ln w="12700">
            <a:miter lim="400000"/>
          </a:ln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id="{C90FD0E6-78D1-5F44-A938-3A961F43FACD}"/>
              </a:ext>
            </a:extLst>
          </p:cNvPr>
          <p:cNvSpPr txBox="1"/>
          <p:nvPr/>
        </p:nvSpPr>
        <p:spPr>
          <a:xfrm>
            <a:off x="11881866" y="6268286"/>
            <a:ext cx="207818" cy="463973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25400" tIns="25400" rIns="25400" bIns="25400" numCol="1" spcCol="38100" rtlCol="0" anchor="ctr">
            <a:spAutoFit/>
          </a:bodyPr>
          <a:lstStyle/>
          <a:p>
            <a:pPr marL="0" marR="0" indent="0" algn="l" defTabSz="1219169" rtl="0" fontAlgn="auto" latinLnBrk="0" hangingPunct="0">
              <a:lnSpc>
                <a:spcPct val="90000"/>
              </a:lnSpc>
              <a:spcBef>
                <a:spcPts val="225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fld id="{302FE90D-A879-0D42-B0CA-7E5C0D197FB5}" type="slidenum">
              <a:rPr kumimoji="0" lang="en-US" sz="850" b="0" i="0" u="none" strike="noStrike" cap="none" spc="0" normalizeH="0" baseline="0" smtClean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Intel Clear" panose="020B0604020203020204" pitchFamily="34" charset="0"/>
                <a:ea typeface="Intel Clear" panose="020B0604020203020204" pitchFamily="34" charset="0"/>
                <a:cs typeface="Intel Clear" panose="020B0604020203020204" pitchFamily="34" charset="0"/>
                <a:sym typeface="Helvetica Neue"/>
              </a:rPr>
              <a:pPr marL="0" marR="0" indent="0" algn="l" defTabSz="1219169" rtl="0" fontAlgn="auto" latinLnBrk="0" hangingPunct="0">
                <a:lnSpc>
                  <a:spcPct val="90000"/>
                </a:lnSpc>
                <a:spcBef>
                  <a:spcPts val="225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t>‹#›</a:t>
            </a:fld>
            <a:endParaRPr kumimoji="0" lang="en-US" sz="850" b="0" i="0" u="none" strike="noStrike" cap="none" spc="0" normalizeH="0" baseline="0" dirty="0">
              <a:ln>
                <a:noFill/>
              </a:ln>
              <a:solidFill>
                <a:srgbClr val="FFFFFF"/>
              </a:solidFill>
              <a:effectLst/>
              <a:uFillTx/>
              <a:latin typeface="Intel Clear" panose="020B0604020203020204" pitchFamily="34" charset="0"/>
              <a:ea typeface="Intel Clear" panose="020B0604020203020204" pitchFamily="34" charset="0"/>
              <a:cs typeface="Intel Clear" panose="020B0604020203020204" pitchFamily="34" charset="0"/>
              <a:sym typeface="Helvetica Neue"/>
            </a:endParaRPr>
          </a:p>
        </p:txBody>
      </p: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25002A24-73D0-4602-A8A1-5D9281BAF934}"/>
              </a:ext>
            </a:extLst>
          </p:cNvPr>
          <p:cNvSpPr>
            <a:spLocks noGrp="1"/>
          </p:cNvSpPr>
          <p:nvPr>
            <p:ph sz="quarter" idx="27"/>
          </p:nvPr>
        </p:nvSpPr>
        <p:spPr>
          <a:xfrm>
            <a:off x="6394450" y="1974850"/>
            <a:ext cx="4852988" cy="3703638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5" name="Title Text">
            <a:extLst>
              <a:ext uri="{FF2B5EF4-FFF2-40B4-BE49-F238E27FC236}">
                <a16:creationId xmlns:a16="http://schemas.microsoft.com/office/drawing/2014/main" id="{1F252960-CAAB-483D-8A6A-5882E4B6282A}"/>
              </a:ext>
            </a:extLst>
          </p:cNvPr>
          <p:cNvSpPr txBox="1">
            <a:spLocks noGrp="1"/>
          </p:cNvSpPr>
          <p:nvPr>
            <p:ph type="title" hasCustomPrompt="1"/>
          </p:nvPr>
        </p:nvSpPr>
        <p:spPr>
          <a:xfrm>
            <a:off x="1014757" y="2545222"/>
            <a:ext cx="4785571" cy="249783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 anchor="t" anchorCtr="0">
            <a:noAutofit/>
          </a:bodyPr>
          <a:lstStyle>
            <a:lvl1pPr>
              <a:defRPr sz="40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Title Text Goes Here</a:t>
            </a:r>
          </a:p>
        </p:txBody>
      </p:sp>
      <p:sp>
        <p:nvSpPr>
          <p:cNvPr id="14" name="Text Placeholder 3">
            <a:extLst>
              <a:ext uri="{FF2B5EF4-FFF2-40B4-BE49-F238E27FC236}">
                <a16:creationId xmlns:a16="http://schemas.microsoft.com/office/drawing/2014/main" id="{AAFA146E-21CD-4BD6-A89D-E6C5A6850811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6394450" y="740229"/>
            <a:ext cx="4865211" cy="1078146"/>
          </a:xfrm>
        </p:spPr>
        <p:txBody>
          <a:bodyPr anchor="b" anchorCtr="0">
            <a:normAutofit/>
          </a:bodyPr>
          <a:lstStyle>
            <a:lvl1pPr marL="0" indent="0">
              <a:buNone/>
              <a:defRPr sz="3200">
                <a:solidFill>
                  <a:schemeClr val="bg1"/>
                </a:solidFill>
                <a:latin typeface="+mn-lt"/>
              </a:defRPr>
            </a:lvl1pPr>
            <a:lvl2pPr marL="22860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A5032A3A-B09D-4A8D-AE2F-E2929D5D3954}"/>
              </a:ext>
            </a:extLst>
          </p:cNvPr>
          <p:cNvSpPr/>
          <p:nvPr/>
        </p:nvSpPr>
        <p:spPr>
          <a:xfrm>
            <a:off x="5529178" y="6562504"/>
            <a:ext cx="1133644" cy="24622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1000" dirty="0">
                <a:solidFill>
                  <a:schemeClr val="bg1"/>
                </a:solidFill>
              </a:rPr>
              <a:t>Intel Confidential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C42D0F1F-74A0-481B-B5B1-D04A97BCB62D}"/>
              </a:ext>
            </a:extLst>
          </p:cNvPr>
          <p:cNvSpPr/>
          <p:nvPr/>
        </p:nvSpPr>
        <p:spPr>
          <a:xfrm>
            <a:off x="483010" y="6562504"/>
            <a:ext cx="1999265" cy="24622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l"/>
            <a:r>
              <a:rPr lang="en-US" sz="1000" dirty="0">
                <a:solidFill>
                  <a:schemeClr val="bg1"/>
                </a:solidFill>
              </a:rPr>
              <a:t>NESG –  Intel Ethernet Division </a:t>
            </a:r>
          </a:p>
        </p:txBody>
      </p:sp>
    </p:spTree>
    <p:extLst>
      <p:ext uri="{BB962C8B-B14F-4D97-AF65-F5344CB8AC3E}">
        <p14:creationId xmlns:p14="http://schemas.microsoft.com/office/powerpoint/2010/main" val="16118288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, Sub &amp; Content Light Blue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Square">
            <a:extLst>
              <a:ext uri="{FF2B5EF4-FFF2-40B4-BE49-F238E27FC236}">
                <a16:creationId xmlns:a16="http://schemas.microsoft.com/office/drawing/2014/main" id="{FE9A3852-307B-4677-A2E2-D7DC495E366A}"/>
              </a:ext>
            </a:extLst>
          </p:cNvPr>
          <p:cNvSpPr/>
          <p:nvPr/>
        </p:nvSpPr>
        <p:spPr>
          <a:xfrm>
            <a:off x="11741697" y="6405280"/>
            <a:ext cx="450068" cy="450068"/>
          </a:xfrm>
          <a:prstGeom prst="rect">
            <a:avLst/>
          </a:prstGeom>
          <a:solidFill>
            <a:schemeClr val="accent2">
              <a:lumMod val="75000"/>
            </a:schemeClr>
          </a:solidFill>
          <a:ln w="12700">
            <a:miter lim="400000"/>
          </a:ln>
        </p:spPr>
        <p:txBody>
          <a:bodyPr lIns="0" tIns="0" rIns="0" bIns="0" anchor="ctr"/>
          <a:lstStyle/>
          <a:p>
            <a:pPr algn="ctr" defTabSz="41275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026FC5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sz="1600"/>
          </a:p>
        </p:txBody>
      </p:sp>
      <p:sp>
        <p:nvSpPr>
          <p:cNvPr id="21" name="Rectangle">
            <a:extLst>
              <a:ext uri="{FF2B5EF4-FFF2-40B4-BE49-F238E27FC236}">
                <a16:creationId xmlns:a16="http://schemas.microsoft.com/office/drawing/2014/main" id="{1E9FE6C1-27FB-467A-8BF9-B80A0C35FEDB}"/>
              </a:ext>
            </a:extLst>
          </p:cNvPr>
          <p:cNvSpPr/>
          <p:nvPr/>
        </p:nvSpPr>
        <p:spPr>
          <a:xfrm>
            <a:off x="5814183" y="402558"/>
            <a:ext cx="5927511" cy="6003471"/>
          </a:xfrm>
          <a:prstGeom prst="rect">
            <a:avLst/>
          </a:prstGeom>
          <a:solidFill>
            <a:schemeClr val="accent2">
              <a:lumMod val="75000"/>
            </a:schemeClr>
          </a:solidFill>
          <a:ln w="12700">
            <a:miter lim="400000"/>
          </a:ln>
        </p:spPr>
        <p:txBody>
          <a:bodyPr lIns="0" tIns="0" rIns="0" bIns="0" anchor="ctr"/>
          <a:lstStyle/>
          <a:p>
            <a:pPr algn="ctr" defTabSz="41275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sz="1600"/>
          </a:p>
        </p:txBody>
      </p:sp>
      <p:pic>
        <p:nvPicPr>
          <p:cNvPr id="862" name="Image" descr="Imag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51433" y="6543018"/>
            <a:ext cx="491250" cy="190501"/>
          </a:xfrm>
          <a:prstGeom prst="rect">
            <a:avLst/>
          </a:prstGeom>
          <a:ln w="12700">
            <a:miter lim="400000"/>
          </a:ln>
        </p:spPr>
      </p:pic>
      <p:sp>
        <p:nvSpPr>
          <p:cNvPr id="866" name="Text"/>
          <p:cNvSpPr txBox="1"/>
          <p:nvPr/>
        </p:nvSpPr>
        <p:spPr>
          <a:xfrm>
            <a:off x="11942955" y="6538004"/>
            <a:ext cx="51361" cy="189796"/>
          </a:xfrm>
          <a:prstGeom prst="rect">
            <a:avLst/>
          </a:prstGeom>
          <a:ln w="12700">
            <a:miter lim="400000"/>
          </a:ln>
        </p:spPr>
        <p:txBody>
          <a:bodyPr wrap="none" lIns="25400" tIns="25400" rIns="25400" bIns="25400" anchor="b">
            <a:spAutoFit/>
          </a:bodyPr>
          <a:lstStyle/>
          <a:p>
            <a:pPr algn="ctr" defTabSz="292100">
              <a:lnSpc>
                <a:spcPct val="100000"/>
              </a:lnSpc>
              <a:spcBef>
                <a:spcPts val="0"/>
              </a:spcBef>
              <a:defRPr sz="1800">
                <a:solidFill>
                  <a:srgbClr val="FFFFFF"/>
                </a:solidFill>
                <a:latin typeface="Intel Clear"/>
                <a:ea typeface="Intel Clear"/>
                <a:cs typeface="Intel Clear"/>
                <a:sym typeface="Intel Clear"/>
              </a:defRPr>
            </a:pPr>
            <a:endParaRPr sz="90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D4875CE-AB47-3643-8581-D89E9CF7EFC1}"/>
              </a:ext>
            </a:extLst>
          </p:cNvPr>
          <p:cNvSpPr txBox="1"/>
          <p:nvPr/>
        </p:nvSpPr>
        <p:spPr>
          <a:xfrm>
            <a:off x="11881866" y="6268286"/>
            <a:ext cx="207818" cy="463973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25400" tIns="25400" rIns="25400" bIns="25400" numCol="1" spcCol="38100" rtlCol="0" anchor="ctr">
            <a:spAutoFit/>
          </a:bodyPr>
          <a:lstStyle/>
          <a:p>
            <a:pPr marL="0" marR="0" indent="0" algn="l" defTabSz="1219169" rtl="0" fontAlgn="auto" latinLnBrk="0" hangingPunct="0">
              <a:lnSpc>
                <a:spcPct val="90000"/>
              </a:lnSpc>
              <a:spcBef>
                <a:spcPts val="225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fld id="{302FE90D-A879-0D42-B0CA-7E5C0D197FB5}" type="slidenum">
              <a:rPr kumimoji="0" lang="en-US" sz="850" b="0" i="0" u="none" strike="noStrike" cap="none" spc="0" normalizeH="0" baseline="0" smtClean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Intel Clear" panose="020B0604020203020204" pitchFamily="34" charset="0"/>
                <a:ea typeface="Intel Clear" panose="020B0604020203020204" pitchFamily="34" charset="0"/>
                <a:cs typeface="Intel Clear" panose="020B0604020203020204" pitchFamily="34" charset="0"/>
                <a:sym typeface="Helvetica Neue"/>
              </a:rPr>
              <a:pPr marL="0" marR="0" indent="0" algn="l" defTabSz="1219169" rtl="0" fontAlgn="auto" latinLnBrk="0" hangingPunct="0">
                <a:lnSpc>
                  <a:spcPct val="90000"/>
                </a:lnSpc>
                <a:spcBef>
                  <a:spcPts val="225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t>‹#›</a:t>
            </a:fld>
            <a:endParaRPr kumimoji="0" lang="en-US" sz="850" b="0" i="0" u="none" strike="noStrike" cap="none" spc="0" normalizeH="0" baseline="0" dirty="0">
              <a:ln>
                <a:noFill/>
              </a:ln>
              <a:solidFill>
                <a:srgbClr val="FFFFFF"/>
              </a:solidFill>
              <a:effectLst/>
              <a:uFillTx/>
              <a:latin typeface="Intel Clear" panose="020B0604020203020204" pitchFamily="34" charset="0"/>
              <a:ea typeface="Intel Clear" panose="020B0604020203020204" pitchFamily="34" charset="0"/>
              <a:cs typeface="Intel Clear" panose="020B0604020203020204" pitchFamily="34" charset="0"/>
              <a:sym typeface="Helvetica Neue"/>
            </a:endParaRPr>
          </a:p>
        </p:txBody>
      </p:sp>
      <p:sp>
        <p:nvSpPr>
          <p:cNvPr id="11" name="Square">
            <a:extLst>
              <a:ext uri="{FF2B5EF4-FFF2-40B4-BE49-F238E27FC236}">
                <a16:creationId xmlns:a16="http://schemas.microsoft.com/office/drawing/2014/main" id="{C93C8C2E-66DD-E64F-BD60-42EBDC0E958E}"/>
              </a:ext>
            </a:extLst>
          </p:cNvPr>
          <p:cNvSpPr/>
          <p:nvPr/>
        </p:nvSpPr>
        <p:spPr>
          <a:xfrm>
            <a:off x="707513" y="2295859"/>
            <a:ext cx="318638" cy="318638"/>
          </a:xfrm>
          <a:prstGeom prst="rect">
            <a:avLst/>
          </a:prstGeom>
          <a:solidFill>
            <a:srgbClr val="004A86"/>
          </a:solidFill>
          <a:ln w="12700">
            <a:miter lim="400000"/>
          </a:ln>
        </p:spPr>
        <p:txBody>
          <a:bodyPr lIns="25400" tIns="25400" rIns="25400" bIns="25400" anchor="ctr"/>
          <a:lstStyle/>
          <a:p>
            <a:pPr algn="ctr" defTabSz="41275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0068B5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sz="1600"/>
          </a:p>
        </p:txBody>
      </p:sp>
      <p:sp>
        <p:nvSpPr>
          <p:cNvPr id="12" name="Square">
            <a:extLst>
              <a:ext uri="{FF2B5EF4-FFF2-40B4-BE49-F238E27FC236}">
                <a16:creationId xmlns:a16="http://schemas.microsoft.com/office/drawing/2014/main" id="{85A14FBD-B953-BA4F-8F83-DE73E3C37290}"/>
              </a:ext>
            </a:extLst>
          </p:cNvPr>
          <p:cNvSpPr/>
          <p:nvPr/>
        </p:nvSpPr>
        <p:spPr>
          <a:xfrm>
            <a:off x="533946" y="2122317"/>
            <a:ext cx="174318" cy="174318"/>
          </a:xfrm>
          <a:prstGeom prst="rect">
            <a:avLst/>
          </a:prstGeom>
          <a:solidFill>
            <a:srgbClr val="7BDEFF"/>
          </a:solidFill>
          <a:ln w="12700">
            <a:miter lim="400000"/>
          </a:ln>
        </p:spPr>
        <p:txBody>
          <a:bodyPr lIns="25400" tIns="25400" rIns="25400" bIns="25400" anchor="ctr"/>
          <a:lstStyle/>
          <a:p>
            <a:pPr algn="ctr" defTabSz="41275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sz="1600"/>
          </a:p>
        </p:txBody>
      </p:sp>
      <p:sp>
        <p:nvSpPr>
          <p:cNvPr id="17" name="Square">
            <a:extLst>
              <a:ext uri="{FF2B5EF4-FFF2-40B4-BE49-F238E27FC236}">
                <a16:creationId xmlns:a16="http://schemas.microsoft.com/office/drawing/2014/main" id="{59044771-2E3B-C941-8593-8E508F542287}"/>
              </a:ext>
            </a:extLst>
          </p:cNvPr>
          <p:cNvSpPr/>
          <p:nvPr/>
        </p:nvSpPr>
        <p:spPr>
          <a:xfrm>
            <a:off x="707513" y="2023075"/>
            <a:ext cx="98724" cy="98723"/>
          </a:xfrm>
          <a:prstGeom prst="rect">
            <a:avLst/>
          </a:prstGeom>
          <a:solidFill>
            <a:srgbClr val="B4F0FF"/>
          </a:solidFill>
          <a:ln w="12700">
            <a:miter lim="400000"/>
          </a:ln>
        </p:spPr>
        <p:txBody>
          <a:bodyPr lIns="25400" tIns="25400" rIns="25400" bIns="25400" anchor="ctr"/>
          <a:lstStyle/>
          <a:p>
            <a:pPr algn="ctr" defTabSz="41275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sz="1600"/>
          </a:p>
        </p:txBody>
      </p:sp>
      <p:sp>
        <p:nvSpPr>
          <p:cNvPr id="16" name="Content Placeholder 2">
            <a:extLst>
              <a:ext uri="{FF2B5EF4-FFF2-40B4-BE49-F238E27FC236}">
                <a16:creationId xmlns:a16="http://schemas.microsoft.com/office/drawing/2014/main" id="{2093C42A-FAA6-40D8-A663-DDDE456C16CF}"/>
              </a:ext>
            </a:extLst>
          </p:cNvPr>
          <p:cNvSpPr>
            <a:spLocks noGrp="1"/>
          </p:cNvSpPr>
          <p:nvPr>
            <p:ph sz="quarter" idx="27"/>
          </p:nvPr>
        </p:nvSpPr>
        <p:spPr>
          <a:xfrm>
            <a:off x="6394450" y="1974850"/>
            <a:ext cx="4852988" cy="3703638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3" name="Title Text">
            <a:extLst>
              <a:ext uri="{FF2B5EF4-FFF2-40B4-BE49-F238E27FC236}">
                <a16:creationId xmlns:a16="http://schemas.microsoft.com/office/drawing/2014/main" id="{5E5861BF-901F-47D4-91BC-0B353503F232}"/>
              </a:ext>
            </a:extLst>
          </p:cNvPr>
          <p:cNvSpPr txBox="1">
            <a:spLocks noGrp="1"/>
          </p:cNvSpPr>
          <p:nvPr>
            <p:ph type="title" hasCustomPrompt="1"/>
          </p:nvPr>
        </p:nvSpPr>
        <p:spPr>
          <a:xfrm>
            <a:off x="1014757" y="2545222"/>
            <a:ext cx="4785571" cy="249783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 anchor="t" anchorCtr="0">
            <a:noAutofit/>
          </a:bodyPr>
          <a:lstStyle>
            <a:lvl1pPr>
              <a:defRPr sz="40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Title Text Goes Here</a:t>
            </a:r>
          </a:p>
        </p:txBody>
      </p:sp>
      <p:sp>
        <p:nvSpPr>
          <p:cNvPr id="18" name="Text Placeholder 3">
            <a:extLst>
              <a:ext uri="{FF2B5EF4-FFF2-40B4-BE49-F238E27FC236}">
                <a16:creationId xmlns:a16="http://schemas.microsoft.com/office/drawing/2014/main" id="{3BA33390-07D4-4E2C-BDA6-AE147B9075AE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6394450" y="740229"/>
            <a:ext cx="4865211" cy="1078146"/>
          </a:xfrm>
        </p:spPr>
        <p:txBody>
          <a:bodyPr anchor="b" anchorCtr="0">
            <a:normAutofit/>
          </a:bodyPr>
          <a:lstStyle>
            <a:lvl1pPr marL="0" indent="0">
              <a:buNone/>
              <a:defRPr sz="3200">
                <a:solidFill>
                  <a:schemeClr val="bg1"/>
                </a:solidFill>
                <a:latin typeface="+mn-lt"/>
              </a:defRPr>
            </a:lvl1pPr>
            <a:lvl2pPr marL="22860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FC51EAA2-1D75-4702-A643-2F2BD6764500}"/>
              </a:ext>
            </a:extLst>
          </p:cNvPr>
          <p:cNvSpPr/>
          <p:nvPr/>
        </p:nvSpPr>
        <p:spPr>
          <a:xfrm>
            <a:off x="5529178" y="6562504"/>
            <a:ext cx="1133644" cy="24622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1000" dirty="0">
                <a:solidFill>
                  <a:schemeClr val="bg1"/>
                </a:solidFill>
              </a:rPr>
              <a:t>Intel Confidential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CF91C6C6-7234-42E8-9730-C0253FA25503}"/>
              </a:ext>
            </a:extLst>
          </p:cNvPr>
          <p:cNvSpPr/>
          <p:nvPr/>
        </p:nvSpPr>
        <p:spPr>
          <a:xfrm>
            <a:off x="483010" y="6562504"/>
            <a:ext cx="1999265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000" dirty="0">
                <a:solidFill>
                  <a:schemeClr val="bg1"/>
                </a:solidFill>
              </a:rPr>
              <a:t>NESG –  Intel Ethernet Division </a:t>
            </a:r>
          </a:p>
          <a:p>
            <a:pPr algn="l"/>
            <a:endParaRPr lang="en-US" sz="10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140594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Sub, Content Gray"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Square">
            <a:extLst>
              <a:ext uri="{FF2B5EF4-FFF2-40B4-BE49-F238E27FC236}">
                <a16:creationId xmlns:a16="http://schemas.microsoft.com/office/drawing/2014/main" id="{55D0C779-F23A-40CE-B4C7-842A10085F59}"/>
              </a:ext>
            </a:extLst>
          </p:cNvPr>
          <p:cNvSpPr/>
          <p:nvPr/>
        </p:nvSpPr>
        <p:spPr>
          <a:xfrm>
            <a:off x="11741697" y="6405280"/>
            <a:ext cx="450068" cy="450068"/>
          </a:xfrm>
          <a:prstGeom prst="rect">
            <a:avLst/>
          </a:prstGeom>
          <a:solidFill>
            <a:schemeClr val="bg1"/>
          </a:solidFill>
          <a:ln w="12700">
            <a:miter lim="400000"/>
          </a:ln>
        </p:spPr>
        <p:txBody>
          <a:bodyPr lIns="0" tIns="0" rIns="0" bIns="0" anchor="ctr"/>
          <a:lstStyle/>
          <a:p>
            <a:pPr algn="ctr" defTabSz="41275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026FC5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sz="1600"/>
          </a:p>
        </p:txBody>
      </p:sp>
      <p:sp>
        <p:nvSpPr>
          <p:cNvPr id="9" name="Rectangle">
            <a:extLst>
              <a:ext uri="{FF2B5EF4-FFF2-40B4-BE49-F238E27FC236}">
                <a16:creationId xmlns:a16="http://schemas.microsoft.com/office/drawing/2014/main" id="{1EFAB719-B3C2-4520-AFF9-4A06F169DB2B}"/>
              </a:ext>
            </a:extLst>
          </p:cNvPr>
          <p:cNvSpPr/>
          <p:nvPr/>
        </p:nvSpPr>
        <p:spPr>
          <a:xfrm>
            <a:off x="5814183" y="402558"/>
            <a:ext cx="5927511" cy="6003471"/>
          </a:xfrm>
          <a:prstGeom prst="rect">
            <a:avLst/>
          </a:prstGeom>
          <a:solidFill>
            <a:schemeClr val="bg1"/>
          </a:solidFill>
          <a:ln w="12700">
            <a:miter lim="400000"/>
          </a:ln>
        </p:spPr>
        <p:txBody>
          <a:bodyPr lIns="0" tIns="0" rIns="0" bIns="0" anchor="ctr"/>
          <a:lstStyle/>
          <a:p>
            <a:pPr algn="ctr" defTabSz="41275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sz="1600"/>
          </a:p>
        </p:txBody>
      </p:sp>
      <p:sp>
        <p:nvSpPr>
          <p:cNvPr id="511" name="Rectangle"/>
          <p:cNvSpPr/>
          <p:nvPr/>
        </p:nvSpPr>
        <p:spPr>
          <a:xfrm>
            <a:off x="5815052" y="401865"/>
            <a:ext cx="5927511" cy="6003471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25400" tIns="25400" rIns="25400" bIns="25400" anchor="ctr"/>
          <a:lstStyle/>
          <a:p>
            <a:pPr algn="ctr" defTabSz="41275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sz="1600"/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D197FC80-1304-44AF-BD9E-CFB8D3B37C99}"/>
              </a:ext>
            </a:extLst>
          </p:cNvPr>
          <p:cNvSpPr>
            <a:spLocks noGrp="1"/>
          </p:cNvSpPr>
          <p:nvPr>
            <p:ph sz="quarter" idx="27"/>
          </p:nvPr>
        </p:nvSpPr>
        <p:spPr>
          <a:xfrm>
            <a:off x="6394450" y="1974850"/>
            <a:ext cx="4852988" cy="3703638"/>
          </a:xfr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  <a:lvl2pPr>
              <a:defRPr>
                <a:solidFill>
                  <a:schemeClr val="bg2"/>
                </a:solidFill>
              </a:defRPr>
            </a:lvl2pPr>
            <a:lvl3pPr>
              <a:defRPr>
                <a:solidFill>
                  <a:schemeClr val="bg2"/>
                </a:solidFill>
              </a:defRPr>
            </a:lvl3pPr>
            <a:lvl4pPr>
              <a:defRPr>
                <a:solidFill>
                  <a:schemeClr val="bg2"/>
                </a:solidFill>
              </a:defRPr>
            </a:lvl4pPr>
            <a:lvl5pPr>
              <a:defRPr>
                <a:solidFill>
                  <a:schemeClr val="bg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7" name="Title Text">
            <a:extLst>
              <a:ext uri="{FF2B5EF4-FFF2-40B4-BE49-F238E27FC236}">
                <a16:creationId xmlns:a16="http://schemas.microsoft.com/office/drawing/2014/main" id="{1B60A262-0CE7-4C6B-B734-0B0EA0F1A4A3}"/>
              </a:ext>
            </a:extLst>
          </p:cNvPr>
          <p:cNvSpPr txBox="1">
            <a:spLocks noGrp="1"/>
          </p:cNvSpPr>
          <p:nvPr>
            <p:ph type="title" hasCustomPrompt="1"/>
          </p:nvPr>
        </p:nvSpPr>
        <p:spPr>
          <a:xfrm>
            <a:off x="554183" y="2545222"/>
            <a:ext cx="4765744" cy="249783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 anchor="t" anchorCtr="0">
            <a:noAutofit/>
          </a:bodyPr>
          <a:lstStyle>
            <a:lvl1pPr>
              <a:defRPr sz="4000">
                <a:solidFill>
                  <a:schemeClr val="bg2"/>
                </a:solidFill>
              </a:defRPr>
            </a:lvl1pPr>
          </a:lstStyle>
          <a:p>
            <a:r>
              <a:rPr lang="en-US" dirty="0"/>
              <a:t>Title Text Goes Here</a:t>
            </a:r>
          </a:p>
        </p:txBody>
      </p:sp>
      <p:sp>
        <p:nvSpPr>
          <p:cNvPr id="11" name="Text Placeholder 3">
            <a:extLst>
              <a:ext uri="{FF2B5EF4-FFF2-40B4-BE49-F238E27FC236}">
                <a16:creationId xmlns:a16="http://schemas.microsoft.com/office/drawing/2014/main" id="{7B80F0DD-816B-4E0B-8C85-8413DB8C70EF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6394450" y="740229"/>
            <a:ext cx="4865211" cy="1078146"/>
          </a:xfrm>
        </p:spPr>
        <p:txBody>
          <a:bodyPr anchor="b" anchorCtr="0">
            <a:normAutofit/>
          </a:bodyPr>
          <a:lstStyle>
            <a:lvl1pPr marL="0" indent="0">
              <a:buNone/>
              <a:defRPr sz="3200">
                <a:solidFill>
                  <a:schemeClr val="bg2"/>
                </a:solidFill>
                <a:latin typeface="+mn-lt"/>
              </a:defRPr>
            </a:lvl1pPr>
            <a:lvl2pPr marL="22860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4578484E-3DC4-4DF6-819B-FDDDA6F166CB}"/>
              </a:ext>
            </a:extLst>
          </p:cNvPr>
          <p:cNvSpPr txBox="1"/>
          <p:nvPr/>
        </p:nvSpPr>
        <p:spPr>
          <a:xfrm>
            <a:off x="11908632" y="6579173"/>
            <a:ext cx="128240" cy="123111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0" tIns="0" rIns="0" bIns="0" numCol="1" spcCol="38100" rtlCol="0" anchor="t" anchorCtr="0">
            <a:spAutoFit/>
          </a:bodyPr>
          <a:lstStyle/>
          <a:p>
            <a:pPr marL="0" marR="0" indent="0" algn="ctr" defTabSz="2438338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fld id="{4F6B73DA-0149-4325-A7B8-AE29BD4BC701}" type="slidenum">
              <a:rPr kumimoji="0" lang="en-US" sz="800" b="0" i="0" u="none" strike="noStrike" cap="none" spc="0" normalizeH="0" baseline="0" smtClean="0">
                <a:ln>
                  <a:noFill/>
                </a:ln>
                <a:solidFill>
                  <a:schemeClr val="tx2"/>
                </a:solidFill>
                <a:effectLst/>
                <a:uFillTx/>
                <a:latin typeface="+mn-lt"/>
                <a:ea typeface="+mn-ea"/>
                <a:cs typeface="+mn-cs"/>
                <a:sym typeface="Helvetica Neue"/>
              </a:rPr>
              <a:pPr marL="0" marR="0" indent="0" algn="ctr" defTabSz="2438338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t>‹#›</a:t>
            </a:fld>
            <a:endParaRPr kumimoji="0" lang="en-US" sz="800" b="0" i="0" u="none" strike="noStrike" cap="none" spc="0" normalizeH="0" baseline="0" dirty="0" err="1">
              <a:ln>
                <a:noFill/>
              </a:ln>
              <a:solidFill>
                <a:schemeClr val="tx2"/>
              </a:solidFill>
              <a:effectLst/>
              <a:uFillTx/>
              <a:latin typeface="+mn-lt"/>
              <a:ea typeface="+mn-ea"/>
              <a:cs typeface="+mn-cs"/>
              <a:sym typeface="Helvetica Neue"/>
            </a:endParaRPr>
          </a:p>
        </p:txBody>
      </p:sp>
    </p:spTree>
    <p:extLst>
      <p:ext uri="{BB962C8B-B14F-4D97-AF65-F5344CB8AC3E}">
        <p14:creationId xmlns:p14="http://schemas.microsoft.com/office/powerpoint/2010/main" val="364132547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, Sub &amp; Content Blue 3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DFE89D76-523B-456C-9EE9-BC9CB964E5C3}"/>
              </a:ext>
            </a:extLst>
          </p:cNvPr>
          <p:cNvSpPr>
            <a:spLocks noGrp="1"/>
          </p:cNvSpPr>
          <p:nvPr>
            <p:ph sz="quarter" idx="27"/>
          </p:nvPr>
        </p:nvSpPr>
        <p:spPr>
          <a:xfrm>
            <a:off x="6394450" y="1974850"/>
            <a:ext cx="4852988" cy="3703638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1" name="Title Text">
            <a:extLst>
              <a:ext uri="{FF2B5EF4-FFF2-40B4-BE49-F238E27FC236}">
                <a16:creationId xmlns:a16="http://schemas.microsoft.com/office/drawing/2014/main" id="{72D74CEB-BA0A-43F1-82CE-384185B612C9}"/>
              </a:ext>
            </a:extLst>
          </p:cNvPr>
          <p:cNvSpPr txBox="1">
            <a:spLocks noGrp="1"/>
          </p:cNvSpPr>
          <p:nvPr>
            <p:ph type="title" hasCustomPrompt="1"/>
          </p:nvPr>
        </p:nvSpPr>
        <p:spPr>
          <a:xfrm>
            <a:off x="554183" y="2545222"/>
            <a:ext cx="4765744" cy="249783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 anchor="t" anchorCtr="0">
            <a:noAutofit/>
          </a:bodyPr>
          <a:lstStyle>
            <a:lvl1pPr>
              <a:defRPr sz="40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Title Text Goes Here</a:t>
            </a:r>
          </a:p>
        </p:txBody>
      </p:sp>
      <p:sp>
        <p:nvSpPr>
          <p:cNvPr id="11" name="Text Placeholder 3">
            <a:extLst>
              <a:ext uri="{FF2B5EF4-FFF2-40B4-BE49-F238E27FC236}">
                <a16:creationId xmlns:a16="http://schemas.microsoft.com/office/drawing/2014/main" id="{50F55EEA-3D90-42F4-B8D0-30E0374D2A5B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6394450" y="740229"/>
            <a:ext cx="4865211" cy="1078146"/>
          </a:xfrm>
        </p:spPr>
        <p:txBody>
          <a:bodyPr anchor="b" anchorCtr="0">
            <a:normAutofit/>
          </a:bodyPr>
          <a:lstStyle>
            <a:lvl1pPr marL="0" indent="0">
              <a:buNone/>
              <a:defRPr sz="3200">
                <a:solidFill>
                  <a:schemeClr val="bg1"/>
                </a:solidFill>
                <a:latin typeface="+mn-lt"/>
              </a:defRPr>
            </a:lvl1pPr>
            <a:lvl2pPr marL="22860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Square">
            <a:extLst>
              <a:ext uri="{FF2B5EF4-FFF2-40B4-BE49-F238E27FC236}">
                <a16:creationId xmlns:a16="http://schemas.microsoft.com/office/drawing/2014/main" id="{C4A06178-9ACC-4082-8329-4A9A59924508}"/>
              </a:ext>
            </a:extLst>
          </p:cNvPr>
          <p:cNvSpPr/>
          <p:nvPr/>
        </p:nvSpPr>
        <p:spPr>
          <a:xfrm>
            <a:off x="11741697" y="6407185"/>
            <a:ext cx="450068" cy="450068"/>
          </a:xfrm>
          <a:prstGeom prst="rect">
            <a:avLst/>
          </a:prstGeom>
          <a:solidFill>
            <a:schemeClr val="accent1">
              <a:alpha val="50000"/>
            </a:schemeClr>
          </a:solidFill>
          <a:ln w="12700">
            <a:miter lim="400000"/>
          </a:ln>
        </p:spPr>
        <p:txBody>
          <a:bodyPr lIns="0" tIns="0" rIns="0" bIns="0" anchor="ctr"/>
          <a:lstStyle/>
          <a:p>
            <a:pPr defTabSz="412750">
              <a:defRPr sz="3200">
                <a:solidFill>
                  <a:srgbClr val="026FC5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sz="160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DC922DFF-5663-40DE-9B54-4149EDB7740E}"/>
              </a:ext>
            </a:extLst>
          </p:cNvPr>
          <p:cNvSpPr txBox="1"/>
          <p:nvPr/>
        </p:nvSpPr>
        <p:spPr>
          <a:xfrm>
            <a:off x="11881866" y="6268286"/>
            <a:ext cx="207818" cy="463973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25400" tIns="25400" rIns="25400" bIns="25400" numCol="1" spcCol="38100" rtlCol="0" anchor="ctr">
            <a:spAutoFit/>
          </a:bodyPr>
          <a:lstStyle/>
          <a:p>
            <a:pPr marL="0" marR="0" indent="0" algn="l" defTabSz="1219169" rtl="0" fontAlgn="auto" latinLnBrk="0" hangingPunct="0">
              <a:lnSpc>
                <a:spcPct val="90000"/>
              </a:lnSpc>
              <a:spcBef>
                <a:spcPts val="225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fld id="{302FE90D-A879-0D42-B0CA-7E5C0D197FB5}" type="slidenum">
              <a:rPr kumimoji="0" lang="en-US" sz="850" b="0" i="0" u="none" strike="noStrike" cap="none" spc="0" normalizeH="0" baseline="0" smtClean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Intel Clear" panose="020B0604020203020204" pitchFamily="34" charset="0"/>
                <a:ea typeface="Intel Clear" panose="020B0604020203020204" pitchFamily="34" charset="0"/>
                <a:cs typeface="Intel Clear" panose="020B0604020203020204" pitchFamily="34" charset="0"/>
                <a:sym typeface="Helvetica Neue"/>
              </a:rPr>
              <a:pPr marL="0" marR="0" indent="0" algn="l" defTabSz="1219169" rtl="0" fontAlgn="auto" latinLnBrk="0" hangingPunct="0">
                <a:lnSpc>
                  <a:spcPct val="90000"/>
                </a:lnSpc>
                <a:spcBef>
                  <a:spcPts val="225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t>‹#›</a:t>
            </a:fld>
            <a:endParaRPr kumimoji="0" lang="en-US" sz="850" b="0" i="0" u="none" strike="noStrike" cap="none" spc="0" normalizeH="0" baseline="0" dirty="0">
              <a:ln>
                <a:noFill/>
              </a:ln>
              <a:solidFill>
                <a:schemeClr val="bg1"/>
              </a:solidFill>
              <a:effectLst/>
              <a:uFillTx/>
              <a:latin typeface="Intel Clear" panose="020B0604020203020204" pitchFamily="34" charset="0"/>
              <a:ea typeface="Intel Clear" panose="020B0604020203020204" pitchFamily="34" charset="0"/>
              <a:cs typeface="Intel Clear" panose="020B0604020203020204" pitchFamily="34" charset="0"/>
              <a:sym typeface="Helvetica Neue"/>
            </a:endParaRPr>
          </a:p>
        </p:txBody>
      </p:sp>
      <p:pic>
        <p:nvPicPr>
          <p:cNvPr id="22" name="Image" descr="Image">
            <a:extLst>
              <a:ext uri="{FF2B5EF4-FFF2-40B4-BE49-F238E27FC236}">
                <a16:creationId xmlns:a16="http://schemas.microsoft.com/office/drawing/2014/main" id="{E5997704-33EA-4D7D-8B55-E46DD221681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51433" y="6543018"/>
            <a:ext cx="491250" cy="190501"/>
          </a:xfrm>
          <a:prstGeom prst="rect">
            <a:avLst/>
          </a:prstGeom>
          <a:ln w="12700">
            <a:miter lim="400000"/>
          </a:ln>
        </p:spPr>
      </p:pic>
      <p:sp>
        <p:nvSpPr>
          <p:cNvPr id="25" name="Rectangle 24">
            <a:extLst>
              <a:ext uri="{FF2B5EF4-FFF2-40B4-BE49-F238E27FC236}">
                <a16:creationId xmlns:a16="http://schemas.microsoft.com/office/drawing/2014/main" id="{373D4EB9-5CAF-4B81-91EA-AD490D0B13E4}"/>
              </a:ext>
            </a:extLst>
          </p:cNvPr>
          <p:cNvSpPr/>
          <p:nvPr/>
        </p:nvSpPr>
        <p:spPr>
          <a:xfrm rot="5400000">
            <a:off x="8758537" y="2978453"/>
            <a:ext cx="6407450" cy="450549"/>
          </a:xfrm>
          <a:prstGeom prst="rect">
            <a:avLst/>
          </a:prstGeom>
          <a:solidFill>
            <a:schemeClr val="tx2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6B8EC7E5-1DFD-430B-8A54-50D7643BA7A8}"/>
              </a:ext>
            </a:extLst>
          </p:cNvPr>
          <p:cNvSpPr/>
          <p:nvPr/>
        </p:nvSpPr>
        <p:spPr>
          <a:xfrm>
            <a:off x="5061102" y="6562504"/>
            <a:ext cx="2069797" cy="2314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1000" dirty="0">
                <a:solidFill>
                  <a:schemeClr val="bg1"/>
                </a:solidFill>
              </a:rPr>
              <a:t>Intel Confidential – Internal Only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14143B69-7B59-441D-9D8D-CED51368A593}"/>
              </a:ext>
            </a:extLst>
          </p:cNvPr>
          <p:cNvSpPr/>
          <p:nvPr/>
        </p:nvSpPr>
        <p:spPr>
          <a:xfrm>
            <a:off x="483010" y="6562504"/>
            <a:ext cx="1630575" cy="2314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l"/>
            <a:r>
              <a:rPr lang="en-US" sz="1000" dirty="0">
                <a:solidFill>
                  <a:schemeClr val="bg1"/>
                </a:solidFill>
              </a:rPr>
              <a:t>Ethernet Products Group</a:t>
            </a:r>
          </a:p>
        </p:txBody>
      </p:sp>
    </p:spTree>
    <p:extLst>
      <p:ext uri="{BB962C8B-B14F-4D97-AF65-F5344CB8AC3E}">
        <p14:creationId xmlns:p14="http://schemas.microsoft.com/office/powerpoint/2010/main" val="382985134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, Sub &amp; Content Light Blue 2">
    <p:bg>
      <p:bgPr>
        <a:solidFill>
          <a:schemeClr val="accent2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Content Placeholder 2">
            <a:extLst>
              <a:ext uri="{FF2B5EF4-FFF2-40B4-BE49-F238E27FC236}">
                <a16:creationId xmlns:a16="http://schemas.microsoft.com/office/drawing/2014/main" id="{2093C42A-FAA6-40D8-A663-DDDE456C16CF}"/>
              </a:ext>
            </a:extLst>
          </p:cNvPr>
          <p:cNvSpPr>
            <a:spLocks noGrp="1"/>
          </p:cNvSpPr>
          <p:nvPr>
            <p:ph sz="quarter" idx="27"/>
          </p:nvPr>
        </p:nvSpPr>
        <p:spPr>
          <a:xfrm>
            <a:off x="6394450" y="1974850"/>
            <a:ext cx="4852988" cy="3703638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3" name="Title Text">
            <a:extLst>
              <a:ext uri="{FF2B5EF4-FFF2-40B4-BE49-F238E27FC236}">
                <a16:creationId xmlns:a16="http://schemas.microsoft.com/office/drawing/2014/main" id="{6A03358B-3D25-4A6D-85E6-54F235A943A8}"/>
              </a:ext>
            </a:extLst>
          </p:cNvPr>
          <p:cNvSpPr txBox="1">
            <a:spLocks noGrp="1"/>
          </p:cNvSpPr>
          <p:nvPr>
            <p:ph type="title" hasCustomPrompt="1"/>
          </p:nvPr>
        </p:nvSpPr>
        <p:spPr>
          <a:xfrm>
            <a:off x="554183" y="2545222"/>
            <a:ext cx="4765744" cy="249783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 anchor="t" anchorCtr="0">
            <a:noAutofit/>
          </a:bodyPr>
          <a:lstStyle>
            <a:lvl1pPr>
              <a:defRPr sz="40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Title Text Goes Here</a:t>
            </a:r>
          </a:p>
        </p:txBody>
      </p:sp>
      <p:sp>
        <p:nvSpPr>
          <p:cNvPr id="12" name="Text Placeholder 3">
            <a:extLst>
              <a:ext uri="{FF2B5EF4-FFF2-40B4-BE49-F238E27FC236}">
                <a16:creationId xmlns:a16="http://schemas.microsoft.com/office/drawing/2014/main" id="{F8EBE803-6659-42A1-A094-94B9EF7ABC2F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6394450" y="740229"/>
            <a:ext cx="4865211" cy="1078146"/>
          </a:xfrm>
        </p:spPr>
        <p:txBody>
          <a:bodyPr anchor="b" anchorCtr="0">
            <a:normAutofit/>
          </a:bodyPr>
          <a:lstStyle>
            <a:lvl1pPr marL="0" indent="0">
              <a:buNone/>
              <a:defRPr sz="3200">
                <a:solidFill>
                  <a:schemeClr val="bg1"/>
                </a:solidFill>
                <a:latin typeface="+mn-lt"/>
              </a:defRPr>
            </a:lvl1pPr>
            <a:lvl2pPr marL="22860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DC0D4B91-0BAF-46EC-9A7C-9D57C3224A9C}"/>
              </a:ext>
            </a:extLst>
          </p:cNvPr>
          <p:cNvSpPr/>
          <p:nvPr/>
        </p:nvSpPr>
        <p:spPr>
          <a:xfrm>
            <a:off x="0" y="6407451"/>
            <a:ext cx="11736987" cy="450549"/>
          </a:xfrm>
          <a:prstGeom prst="rect">
            <a:avLst/>
          </a:prstGeom>
          <a:solidFill>
            <a:schemeClr val="accent2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4B30B67E-5DCD-4732-882C-64DE9CC86419}"/>
              </a:ext>
            </a:extLst>
          </p:cNvPr>
          <p:cNvSpPr txBox="1"/>
          <p:nvPr/>
        </p:nvSpPr>
        <p:spPr>
          <a:xfrm>
            <a:off x="11881866" y="6268286"/>
            <a:ext cx="207818" cy="463973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25400" tIns="25400" rIns="25400" bIns="25400" numCol="1" spcCol="38100" rtlCol="0" anchor="ctr">
            <a:spAutoFit/>
          </a:bodyPr>
          <a:lstStyle/>
          <a:p>
            <a:pPr marL="0" marR="0" indent="0" algn="l" defTabSz="1219169" rtl="0" fontAlgn="auto" latinLnBrk="0" hangingPunct="0">
              <a:lnSpc>
                <a:spcPct val="90000"/>
              </a:lnSpc>
              <a:spcBef>
                <a:spcPts val="225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fld id="{302FE90D-A879-0D42-B0CA-7E5C0D197FB5}" type="slidenum">
              <a:rPr kumimoji="0" lang="en-US" sz="850" b="0" i="0" u="none" strike="noStrike" cap="none" spc="0" normalizeH="0" baseline="0" smtClean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Intel Clear" panose="020B0604020203020204" pitchFamily="34" charset="0"/>
                <a:ea typeface="Intel Clear" panose="020B0604020203020204" pitchFamily="34" charset="0"/>
                <a:cs typeface="Intel Clear" panose="020B0604020203020204" pitchFamily="34" charset="0"/>
                <a:sym typeface="Helvetica Neue"/>
              </a:rPr>
              <a:pPr marL="0" marR="0" indent="0" algn="l" defTabSz="1219169" rtl="0" fontAlgn="auto" latinLnBrk="0" hangingPunct="0">
                <a:lnSpc>
                  <a:spcPct val="90000"/>
                </a:lnSpc>
                <a:spcBef>
                  <a:spcPts val="225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t>‹#›</a:t>
            </a:fld>
            <a:endParaRPr kumimoji="0" lang="en-US" sz="850" b="0" i="0" u="none" strike="noStrike" cap="none" spc="0" normalizeH="0" baseline="0" dirty="0">
              <a:ln>
                <a:noFill/>
              </a:ln>
              <a:solidFill>
                <a:schemeClr val="bg1"/>
              </a:solidFill>
              <a:effectLst/>
              <a:uFillTx/>
              <a:latin typeface="Intel Clear" panose="020B0604020203020204" pitchFamily="34" charset="0"/>
              <a:ea typeface="Intel Clear" panose="020B0604020203020204" pitchFamily="34" charset="0"/>
              <a:cs typeface="Intel Clear" panose="020B0604020203020204" pitchFamily="34" charset="0"/>
              <a:sym typeface="Helvetica Neue"/>
            </a:endParaRPr>
          </a:p>
        </p:txBody>
      </p:sp>
      <p:pic>
        <p:nvPicPr>
          <p:cNvPr id="18" name="Image" descr="Image">
            <a:extLst>
              <a:ext uri="{FF2B5EF4-FFF2-40B4-BE49-F238E27FC236}">
                <a16:creationId xmlns:a16="http://schemas.microsoft.com/office/drawing/2014/main" id="{2F70C4FC-7A21-4AFA-8998-5EAB2E19CBC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51433" y="6543018"/>
            <a:ext cx="491250" cy="190501"/>
          </a:xfrm>
          <a:prstGeom prst="rect">
            <a:avLst/>
          </a:prstGeom>
          <a:ln w="12700">
            <a:miter lim="400000"/>
          </a:ln>
        </p:spPr>
      </p:pic>
      <p:sp>
        <p:nvSpPr>
          <p:cNvPr id="25" name="Rectangle 24">
            <a:extLst>
              <a:ext uri="{FF2B5EF4-FFF2-40B4-BE49-F238E27FC236}">
                <a16:creationId xmlns:a16="http://schemas.microsoft.com/office/drawing/2014/main" id="{F98FFA5B-1C6A-486A-A0FE-02206FCDC54A}"/>
              </a:ext>
            </a:extLst>
          </p:cNvPr>
          <p:cNvSpPr/>
          <p:nvPr/>
        </p:nvSpPr>
        <p:spPr>
          <a:xfrm rot="5400000">
            <a:off x="8758537" y="2978453"/>
            <a:ext cx="6407450" cy="450549"/>
          </a:xfrm>
          <a:prstGeom prst="rect">
            <a:avLst/>
          </a:prstGeom>
          <a:solidFill>
            <a:schemeClr val="accent2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1D88C410-A687-4599-B336-6B04BD4C7DE9}"/>
              </a:ext>
            </a:extLst>
          </p:cNvPr>
          <p:cNvSpPr/>
          <p:nvPr/>
        </p:nvSpPr>
        <p:spPr>
          <a:xfrm>
            <a:off x="5061102" y="6562504"/>
            <a:ext cx="2069797" cy="2314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1000" dirty="0">
                <a:solidFill>
                  <a:schemeClr val="bg1"/>
                </a:solidFill>
              </a:rPr>
              <a:t>Intel Confidential – Internal Only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FBD7B656-DE55-466D-8BA5-3B0122A4C4E0}"/>
              </a:ext>
            </a:extLst>
          </p:cNvPr>
          <p:cNvSpPr/>
          <p:nvPr/>
        </p:nvSpPr>
        <p:spPr>
          <a:xfrm>
            <a:off x="483010" y="6562504"/>
            <a:ext cx="1630575" cy="2314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l"/>
            <a:r>
              <a:rPr lang="en-US" sz="1000" dirty="0">
                <a:solidFill>
                  <a:schemeClr val="bg1"/>
                </a:solidFill>
              </a:rPr>
              <a:t>Ethernet Products Group</a:t>
            </a:r>
          </a:p>
        </p:txBody>
      </p:sp>
    </p:spTree>
    <p:extLst>
      <p:ext uri="{BB962C8B-B14F-4D97-AF65-F5344CB8AC3E}">
        <p14:creationId xmlns:p14="http://schemas.microsoft.com/office/powerpoint/2010/main" val="183345314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&amp; Sub 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3" name="Chart 5">
            <a:extLst>
              <a:ext uri="{FF2B5EF4-FFF2-40B4-BE49-F238E27FC236}">
                <a16:creationId xmlns:a16="http://schemas.microsoft.com/office/drawing/2014/main" id="{F0529FEA-BEC4-644C-94EE-601D5BED26F3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170086627"/>
              </p:ext>
            </p:extLst>
          </p:nvPr>
        </p:nvGraphicFramePr>
        <p:xfrm>
          <a:off x="7201593" y="1799047"/>
          <a:ext cx="3472287" cy="402567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10" name="Title Text">
            <a:extLst>
              <a:ext uri="{FF2B5EF4-FFF2-40B4-BE49-F238E27FC236}">
                <a16:creationId xmlns:a16="http://schemas.microsoft.com/office/drawing/2014/main" id="{0EA1A176-5931-41CA-86D5-15FC4398AA40}"/>
              </a:ext>
            </a:extLst>
          </p:cNvPr>
          <p:cNvSpPr txBox="1">
            <a:spLocks noGrp="1"/>
          </p:cNvSpPr>
          <p:nvPr>
            <p:ph type="title" hasCustomPrompt="1"/>
          </p:nvPr>
        </p:nvSpPr>
        <p:spPr>
          <a:xfrm>
            <a:off x="1444480" y="1917036"/>
            <a:ext cx="9303040" cy="302392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 anchor="ctr" anchorCtr="0">
            <a:noAutofit/>
          </a:bodyPr>
          <a:lstStyle>
            <a:lvl1pPr algn="ctr">
              <a:defRPr sz="4800"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48pt Intel Clear Light Body. For content that is not a section, but has a big idea in text only.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597652EB-8B2D-46CC-B147-89A4C26A2D8F}"/>
              </a:ext>
            </a:extLst>
          </p:cNvPr>
          <p:cNvSpPr/>
          <p:nvPr/>
        </p:nvSpPr>
        <p:spPr>
          <a:xfrm>
            <a:off x="0" y="0"/>
            <a:ext cx="11736987" cy="450549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571A480A-B7B4-498C-9868-A91E2651D429}"/>
              </a:ext>
            </a:extLst>
          </p:cNvPr>
          <p:cNvSpPr/>
          <p:nvPr/>
        </p:nvSpPr>
        <p:spPr>
          <a:xfrm rot="5400000">
            <a:off x="-2978450" y="2978453"/>
            <a:ext cx="6407450" cy="450549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</p:spTree>
    <p:extLst>
      <p:ext uri="{BB962C8B-B14F-4D97-AF65-F5344CB8AC3E}">
        <p14:creationId xmlns:p14="http://schemas.microsoft.com/office/powerpoint/2010/main" val="124131975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&amp; Sub Blue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0" name="Rectangle"/>
          <p:cNvSpPr/>
          <p:nvPr/>
        </p:nvSpPr>
        <p:spPr>
          <a:xfrm>
            <a:off x="471054" y="464127"/>
            <a:ext cx="11272494" cy="5944838"/>
          </a:xfrm>
          <a:prstGeom prst="rect">
            <a:avLst/>
          </a:prstGeom>
          <a:solidFill>
            <a:schemeClr val="accent1"/>
          </a:solidFill>
          <a:ln w="12700">
            <a:miter lim="400000"/>
          </a:ln>
        </p:spPr>
        <p:txBody>
          <a:bodyPr lIns="25400" tIns="25400" rIns="25400" bIns="25400" anchor="ctr"/>
          <a:lstStyle/>
          <a:p>
            <a:pPr algn="ctr" defTabSz="41275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sz="1600"/>
          </a:p>
        </p:txBody>
      </p:sp>
      <p:sp>
        <p:nvSpPr>
          <p:cNvPr id="861" name="Square"/>
          <p:cNvSpPr/>
          <p:nvPr/>
        </p:nvSpPr>
        <p:spPr>
          <a:xfrm>
            <a:off x="11743603" y="6405281"/>
            <a:ext cx="448398" cy="452720"/>
          </a:xfrm>
          <a:prstGeom prst="rect">
            <a:avLst/>
          </a:prstGeom>
          <a:solidFill>
            <a:schemeClr val="accent1"/>
          </a:solidFill>
          <a:ln w="12700">
            <a:miter lim="400000"/>
          </a:ln>
        </p:spPr>
        <p:txBody>
          <a:bodyPr lIns="0" tIns="0" rIns="0" bIns="0" anchor="ctr"/>
          <a:lstStyle/>
          <a:p>
            <a:pPr algn="ctr" defTabSz="41275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026FC5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sz="1600"/>
          </a:p>
        </p:txBody>
      </p:sp>
      <p:pic>
        <p:nvPicPr>
          <p:cNvPr id="862" name="Image" descr="Imag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51433" y="6543018"/>
            <a:ext cx="491250" cy="190501"/>
          </a:xfrm>
          <a:prstGeom prst="rect">
            <a:avLst/>
          </a:prstGeom>
          <a:ln w="12700">
            <a:miter lim="400000"/>
          </a:ln>
        </p:spPr>
      </p:pic>
      <p:sp>
        <p:nvSpPr>
          <p:cNvPr id="866" name="Text"/>
          <p:cNvSpPr txBox="1"/>
          <p:nvPr/>
        </p:nvSpPr>
        <p:spPr>
          <a:xfrm>
            <a:off x="11942955" y="6538004"/>
            <a:ext cx="51361" cy="189796"/>
          </a:xfrm>
          <a:prstGeom prst="rect">
            <a:avLst/>
          </a:prstGeom>
          <a:ln w="12700">
            <a:miter lim="400000"/>
          </a:ln>
        </p:spPr>
        <p:txBody>
          <a:bodyPr wrap="none" lIns="25400" tIns="25400" rIns="25400" bIns="25400" anchor="b">
            <a:spAutoFit/>
          </a:bodyPr>
          <a:lstStyle/>
          <a:p>
            <a:pPr algn="ctr" defTabSz="292100">
              <a:lnSpc>
                <a:spcPct val="100000"/>
              </a:lnSpc>
              <a:spcBef>
                <a:spcPts val="0"/>
              </a:spcBef>
              <a:defRPr sz="1800">
                <a:solidFill>
                  <a:srgbClr val="FFFFFF"/>
                </a:solidFill>
                <a:latin typeface="Intel Clear"/>
                <a:ea typeface="Intel Clear"/>
                <a:cs typeface="Intel Clear"/>
                <a:sym typeface="Intel Clear"/>
              </a:defRPr>
            </a:pPr>
            <a:endParaRPr sz="90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D4875CE-AB47-3643-8581-D89E9CF7EFC1}"/>
              </a:ext>
            </a:extLst>
          </p:cNvPr>
          <p:cNvSpPr txBox="1"/>
          <p:nvPr/>
        </p:nvSpPr>
        <p:spPr>
          <a:xfrm>
            <a:off x="11881866" y="6268286"/>
            <a:ext cx="207818" cy="463973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25400" tIns="25400" rIns="25400" bIns="25400" numCol="1" spcCol="38100" rtlCol="0" anchor="ctr">
            <a:spAutoFit/>
          </a:bodyPr>
          <a:lstStyle/>
          <a:p>
            <a:pPr marL="0" marR="0" indent="0" algn="l" defTabSz="1219169" rtl="0" fontAlgn="auto" latinLnBrk="0" hangingPunct="0">
              <a:lnSpc>
                <a:spcPct val="90000"/>
              </a:lnSpc>
              <a:spcBef>
                <a:spcPts val="225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fld id="{302FE90D-A879-0D42-B0CA-7E5C0D197FB5}" type="slidenum">
              <a:rPr kumimoji="0" lang="en-US" sz="850" b="0" i="0" u="none" strike="noStrike" cap="none" spc="0" normalizeH="0" baseline="0" smtClean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Intel Clear" panose="020B0604020203020204" pitchFamily="34" charset="0"/>
                <a:ea typeface="Intel Clear" panose="020B0604020203020204" pitchFamily="34" charset="0"/>
                <a:cs typeface="Intel Clear" panose="020B0604020203020204" pitchFamily="34" charset="0"/>
                <a:sym typeface="Helvetica Neue"/>
              </a:rPr>
              <a:pPr marL="0" marR="0" indent="0" algn="l" defTabSz="1219169" rtl="0" fontAlgn="auto" latinLnBrk="0" hangingPunct="0">
                <a:lnSpc>
                  <a:spcPct val="90000"/>
                </a:lnSpc>
                <a:spcBef>
                  <a:spcPts val="225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t>‹#›</a:t>
            </a:fld>
            <a:endParaRPr kumimoji="0" lang="en-US" sz="850" b="0" i="0" u="none" strike="noStrike" cap="none" spc="0" normalizeH="0" baseline="0" dirty="0">
              <a:ln>
                <a:noFill/>
              </a:ln>
              <a:solidFill>
                <a:srgbClr val="FFFFFF"/>
              </a:solidFill>
              <a:effectLst/>
              <a:uFillTx/>
              <a:latin typeface="Intel Clear" panose="020B0604020203020204" pitchFamily="34" charset="0"/>
              <a:ea typeface="Intel Clear" panose="020B0604020203020204" pitchFamily="34" charset="0"/>
              <a:cs typeface="Intel Clear" panose="020B0604020203020204" pitchFamily="34" charset="0"/>
              <a:sym typeface="Helvetica Neue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41A778AB-F6EC-4101-87E6-DECF7944E661}"/>
              </a:ext>
            </a:extLst>
          </p:cNvPr>
          <p:cNvSpPr/>
          <p:nvPr/>
        </p:nvSpPr>
        <p:spPr>
          <a:xfrm>
            <a:off x="5503530" y="6562504"/>
            <a:ext cx="1184940" cy="2314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1000" dirty="0">
                <a:solidFill>
                  <a:schemeClr val="bg1"/>
                </a:solidFill>
              </a:rPr>
              <a:t>Intel Confidential</a:t>
            </a:r>
          </a:p>
        </p:txBody>
      </p:sp>
      <p:sp>
        <p:nvSpPr>
          <p:cNvPr id="10" name="Title Text">
            <a:extLst>
              <a:ext uri="{FF2B5EF4-FFF2-40B4-BE49-F238E27FC236}">
                <a16:creationId xmlns:a16="http://schemas.microsoft.com/office/drawing/2014/main" id="{E400EEBB-F912-40CA-A759-DEFE15164979}"/>
              </a:ext>
            </a:extLst>
          </p:cNvPr>
          <p:cNvSpPr txBox="1">
            <a:spLocks noGrp="1"/>
          </p:cNvSpPr>
          <p:nvPr>
            <p:ph type="title" hasCustomPrompt="1"/>
          </p:nvPr>
        </p:nvSpPr>
        <p:spPr>
          <a:xfrm>
            <a:off x="1444480" y="1917036"/>
            <a:ext cx="9303040" cy="302392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 anchor="ctr" anchorCtr="0">
            <a:noAutofit/>
          </a:bodyPr>
          <a:lstStyle>
            <a:lvl1pPr algn="ctr">
              <a:defRPr sz="48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48pt Intel Clear Light Body. For content that is not a section, but has a big idea in text only.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5294E482-DD44-413E-AC22-7A1BDCABA774}"/>
              </a:ext>
            </a:extLst>
          </p:cNvPr>
          <p:cNvSpPr/>
          <p:nvPr/>
        </p:nvSpPr>
        <p:spPr>
          <a:xfrm>
            <a:off x="483010" y="6562504"/>
            <a:ext cx="1630575" cy="2314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l"/>
            <a:r>
              <a:rPr lang="en-US" sz="1000" dirty="0">
                <a:solidFill>
                  <a:schemeClr val="bg1"/>
                </a:solidFill>
              </a:rPr>
              <a:t>Ethernet Products Group</a:t>
            </a:r>
          </a:p>
        </p:txBody>
      </p:sp>
    </p:spTree>
    <p:extLst>
      <p:ext uri="{BB962C8B-B14F-4D97-AF65-F5344CB8AC3E}">
        <p14:creationId xmlns:p14="http://schemas.microsoft.com/office/powerpoint/2010/main" val="22484312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&amp; Sub Light Blue">
    <p:bg>
      <p:bgPr>
        <a:solidFill>
          <a:srgbClr val="00C7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0" name="Rectangle"/>
          <p:cNvSpPr/>
          <p:nvPr/>
        </p:nvSpPr>
        <p:spPr>
          <a:xfrm>
            <a:off x="471054" y="464127"/>
            <a:ext cx="11272494" cy="5944838"/>
          </a:xfrm>
          <a:prstGeom prst="rect">
            <a:avLst/>
          </a:prstGeom>
          <a:solidFill>
            <a:schemeClr val="accent2">
              <a:lumMod val="75000"/>
            </a:schemeClr>
          </a:solidFill>
          <a:ln w="12700">
            <a:miter lim="400000"/>
          </a:ln>
        </p:spPr>
        <p:txBody>
          <a:bodyPr lIns="25400" tIns="25400" rIns="25400" bIns="25400" anchor="ctr"/>
          <a:lstStyle/>
          <a:p>
            <a:pPr algn="ctr" defTabSz="41275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sz="1600"/>
          </a:p>
        </p:txBody>
      </p:sp>
      <p:sp>
        <p:nvSpPr>
          <p:cNvPr id="861" name="Square"/>
          <p:cNvSpPr/>
          <p:nvPr/>
        </p:nvSpPr>
        <p:spPr>
          <a:xfrm>
            <a:off x="11743603" y="6405281"/>
            <a:ext cx="448398" cy="452720"/>
          </a:xfrm>
          <a:prstGeom prst="rect">
            <a:avLst/>
          </a:prstGeom>
          <a:solidFill>
            <a:schemeClr val="accent2">
              <a:lumMod val="75000"/>
            </a:schemeClr>
          </a:solidFill>
          <a:ln w="12700">
            <a:miter lim="400000"/>
          </a:ln>
        </p:spPr>
        <p:txBody>
          <a:bodyPr lIns="0" tIns="0" rIns="0" bIns="0" anchor="ctr"/>
          <a:lstStyle/>
          <a:p>
            <a:pPr algn="ctr" defTabSz="41275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026FC5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sz="1600"/>
          </a:p>
        </p:txBody>
      </p:sp>
      <p:pic>
        <p:nvPicPr>
          <p:cNvPr id="862" name="Image" descr="Imag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51433" y="6543018"/>
            <a:ext cx="491250" cy="190501"/>
          </a:xfrm>
          <a:prstGeom prst="rect">
            <a:avLst/>
          </a:prstGeom>
          <a:ln w="12700">
            <a:miter lim="400000"/>
          </a:ln>
        </p:spPr>
      </p:pic>
      <p:sp>
        <p:nvSpPr>
          <p:cNvPr id="866" name="Text"/>
          <p:cNvSpPr txBox="1"/>
          <p:nvPr/>
        </p:nvSpPr>
        <p:spPr>
          <a:xfrm>
            <a:off x="11942955" y="6538004"/>
            <a:ext cx="51361" cy="189796"/>
          </a:xfrm>
          <a:prstGeom prst="rect">
            <a:avLst/>
          </a:prstGeom>
          <a:ln w="12700">
            <a:miter lim="400000"/>
          </a:ln>
        </p:spPr>
        <p:txBody>
          <a:bodyPr wrap="none" lIns="25400" tIns="25400" rIns="25400" bIns="25400" anchor="b">
            <a:spAutoFit/>
          </a:bodyPr>
          <a:lstStyle/>
          <a:p>
            <a:pPr algn="ctr" defTabSz="292100">
              <a:lnSpc>
                <a:spcPct val="100000"/>
              </a:lnSpc>
              <a:spcBef>
                <a:spcPts val="0"/>
              </a:spcBef>
              <a:defRPr sz="1800">
                <a:solidFill>
                  <a:srgbClr val="FFFFFF"/>
                </a:solidFill>
                <a:latin typeface="Intel Clear"/>
                <a:ea typeface="Intel Clear"/>
                <a:cs typeface="Intel Clear"/>
                <a:sym typeface="Intel Clear"/>
              </a:defRPr>
            </a:pPr>
            <a:endParaRPr sz="90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D4875CE-AB47-3643-8581-D89E9CF7EFC1}"/>
              </a:ext>
            </a:extLst>
          </p:cNvPr>
          <p:cNvSpPr txBox="1"/>
          <p:nvPr/>
        </p:nvSpPr>
        <p:spPr>
          <a:xfrm>
            <a:off x="11881866" y="6268286"/>
            <a:ext cx="207818" cy="463973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25400" tIns="25400" rIns="25400" bIns="25400" numCol="1" spcCol="38100" rtlCol="0" anchor="ctr">
            <a:spAutoFit/>
          </a:bodyPr>
          <a:lstStyle/>
          <a:p>
            <a:pPr marL="0" marR="0" indent="0" algn="l" defTabSz="1219169" rtl="0" fontAlgn="auto" latinLnBrk="0" hangingPunct="0">
              <a:lnSpc>
                <a:spcPct val="90000"/>
              </a:lnSpc>
              <a:spcBef>
                <a:spcPts val="225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fld id="{302FE90D-A879-0D42-B0CA-7E5C0D197FB5}" type="slidenum">
              <a:rPr kumimoji="0" lang="en-US" sz="850" b="0" i="0" u="none" strike="noStrike" cap="none" spc="0" normalizeH="0" baseline="0" smtClean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Intel Clear" panose="020B0604020203020204" pitchFamily="34" charset="0"/>
                <a:ea typeface="Intel Clear" panose="020B0604020203020204" pitchFamily="34" charset="0"/>
                <a:cs typeface="Intel Clear" panose="020B0604020203020204" pitchFamily="34" charset="0"/>
                <a:sym typeface="Helvetica Neue"/>
              </a:rPr>
              <a:pPr marL="0" marR="0" indent="0" algn="l" defTabSz="1219169" rtl="0" fontAlgn="auto" latinLnBrk="0" hangingPunct="0">
                <a:lnSpc>
                  <a:spcPct val="90000"/>
                </a:lnSpc>
                <a:spcBef>
                  <a:spcPts val="225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t>‹#›</a:t>
            </a:fld>
            <a:endParaRPr kumimoji="0" lang="en-US" sz="850" b="0" i="0" u="none" strike="noStrike" cap="none" spc="0" normalizeH="0" baseline="0" dirty="0">
              <a:ln>
                <a:noFill/>
              </a:ln>
              <a:solidFill>
                <a:srgbClr val="FFFFFF"/>
              </a:solidFill>
              <a:effectLst/>
              <a:uFillTx/>
              <a:latin typeface="Intel Clear" panose="020B0604020203020204" pitchFamily="34" charset="0"/>
              <a:ea typeface="Intel Clear" panose="020B0604020203020204" pitchFamily="34" charset="0"/>
              <a:cs typeface="Intel Clear" panose="020B0604020203020204" pitchFamily="34" charset="0"/>
              <a:sym typeface="Helvetica Neue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52E60B70-5DF3-4398-B558-301661292DFC}"/>
              </a:ext>
            </a:extLst>
          </p:cNvPr>
          <p:cNvSpPr/>
          <p:nvPr/>
        </p:nvSpPr>
        <p:spPr>
          <a:xfrm>
            <a:off x="5503530" y="6562504"/>
            <a:ext cx="1184940" cy="2314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1000" dirty="0">
                <a:solidFill>
                  <a:schemeClr val="bg1"/>
                </a:solidFill>
              </a:rPr>
              <a:t>Intel Confidential</a:t>
            </a:r>
          </a:p>
        </p:txBody>
      </p:sp>
      <p:sp>
        <p:nvSpPr>
          <p:cNvPr id="10" name="Title Text">
            <a:extLst>
              <a:ext uri="{FF2B5EF4-FFF2-40B4-BE49-F238E27FC236}">
                <a16:creationId xmlns:a16="http://schemas.microsoft.com/office/drawing/2014/main" id="{93B25211-1805-4C17-8545-7E02A6786392}"/>
              </a:ext>
            </a:extLst>
          </p:cNvPr>
          <p:cNvSpPr txBox="1">
            <a:spLocks noGrp="1"/>
          </p:cNvSpPr>
          <p:nvPr>
            <p:ph type="title" hasCustomPrompt="1"/>
          </p:nvPr>
        </p:nvSpPr>
        <p:spPr>
          <a:xfrm>
            <a:off x="1444480" y="1917036"/>
            <a:ext cx="9303040" cy="302392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 anchor="ctr" anchorCtr="0">
            <a:noAutofit/>
          </a:bodyPr>
          <a:lstStyle>
            <a:lvl1pPr algn="ctr">
              <a:defRPr sz="48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48pt Intel Clear Light Body. For content that is not a section, but has a big idea in text only.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9EF4262-9D9D-4E4A-BF63-07C1A6008E42}"/>
              </a:ext>
            </a:extLst>
          </p:cNvPr>
          <p:cNvSpPr/>
          <p:nvPr/>
        </p:nvSpPr>
        <p:spPr>
          <a:xfrm>
            <a:off x="483010" y="6562504"/>
            <a:ext cx="1630575" cy="2314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l"/>
            <a:r>
              <a:rPr lang="en-US" sz="1000" dirty="0">
                <a:solidFill>
                  <a:schemeClr val="bg1"/>
                </a:solidFill>
              </a:rPr>
              <a:t>Ethernet Products Group</a:t>
            </a:r>
          </a:p>
        </p:txBody>
      </p:sp>
    </p:spTree>
    <p:extLst>
      <p:ext uri="{BB962C8B-B14F-4D97-AF65-F5344CB8AC3E}">
        <p14:creationId xmlns:p14="http://schemas.microsoft.com/office/powerpoint/2010/main" val="377256422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End Slid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phic 1">
            <a:extLst>
              <a:ext uri="{FF2B5EF4-FFF2-40B4-BE49-F238E27FC236}">
                <a16:creationId xmlns:a16="http://schemas.microsoft.com/office/drawing/2014/main" id="{BDA94F2D-B7BD-4CE9-A606-F00802F3131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099949" y="2409775"/>
            <a:ext cx="4080108" cy="1521396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3F655609-5439-9C4A-8F0D-9AB5A1AAC9A3}"/>
              </a:ext>
            </a:extLst>
          </p:cNvPr>
          <p:cNvSpPr txBox="1"/>
          <p:nvPr/>
        </p:nvSpPr>
        <p:spPr>
          <a:xfrm>
            <a:off x="11881866" y="6268286"/>
            <a:ext cx="207818" cy="463973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25400" tIns="25400" rIns="25400" bIns="25400" numCol="1" spcCol="38100" rtlCol="0" anchor="ctr">
            <a:spAutoFit/>
          </a:bodyPr>
          <a:lstStyle/>
          <a:p>
            <a:pPr marL="0" marR="0" indent="0" algn="l" defTabSz="1219169" rtl="0" fontAlgn="auto" latinLnBrk="0" hangingPunct="0">
              <a:lnSpc>
                <a:spcPct val="90000"/>
              </a:lnSpc>
              <a:spcBef>
                <a:spcPts val="225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fld id="{302FE90D-A879-0D42-B0CA-7E5C0D197FB5}" type="slidenum">
              <a:rPr kumimoji="0" lang="en-US" sz="850" b="0" i="0" u="none" strike="noStrike" cap="none" spc="0" normalizeH="0" baseline="0" smtClean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Intel Clear" panose="020B0604020203020204" pitchFamily="34" charset="0"/>
                <a:ea typeface="Intel Clear" panose="020B0604020203020204" pitchFamily="34" charset="0"/>
                <a:cs typeface="Intel Clear" panose="020B0604020203020204" pitchFamily="34" charset="0"/>
                <a:sym typeface="Helvetica Neue"/>
              </a:rPr>
              <a:pPr marL="0" marR="0" indent="0" algn="l" defTabSz="1219169" rtl="0" fontAlgn="auto" latinLnBrk="0" hangingPunct="0">
                <a:lnSpc>
                  <a:spcPct val="90000"/>
                </a:lnSpc>
                <a:spcBef>
                  <a:spcPts val="225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t>‹#›</a:t>
            </a:fld>
            <a:endParaRPr kumimoji="0" lang="en-US" sz="850" b="0" i="0" u="none" strike="noStrike" cap="none" spc="0" normalizeH="0" baseline="0" dirty="0">
              <a:ln>
                <a:noFill/>
              </a:ln>
              <a:solidFill>
                <a:srgbClr val="FFFFFF"/>
              </a:solidFill>
              <a:effectLst/>
              <a:uFillTx/>
              <a:latin typeface="Intel Clear" panose="020B0604020203020204" pitchFamily="34" charset="0"/>
              <a:ea typeface="Intel Clear" panose="020B0604020203020204" pitchFamily="34" charset="0"/>
              <a:cs typeface="Intel Clear" panose="020B0604020203020204" pitchFamily="34" charset="0"/>
              <a:sym typeface="Helvetica Neue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69112354-342E-49CE-8E3C-E078BBE1ADF7}"/>
              </a:ext>
            </a:extLst>
          </p:cNvPr>
          <p:cNvSpPr/>
          <p:nvPr/>
        </p:nvSpPr>
        <p:spPr>
          <a:xfrm>
            <a:off x="0" y="6407451"/>
            <a:ext cx="11736987" cy="450549"/>
          </a:xfrm>
          <a:prstGeom prst="rect">
            <a:avLst/>
          </a:prstGeom>
          <a:solidFill>
            <a:schemeClr val="tx2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CD21D8AD-9194-4DBA-8221-7F294421810B}"/>
              </a:ext>
            </a:extLst>
          </p:cNvPr>
          <p:cNvSpPr/>
          <p:nvPr/>
        </p:nvSpPr>
        <p:spPr>
          <a:xfrm rot="5400000">
            <a:off x="8758537" y="2978453"/>
            <a:ext cx="6407450" cy="450549"/>
          </a:xfrm>
          <a:prstGeom prst="rect">
            <a:avLst/>
          </a:prstGeom>
          <a:solidFill>
            <a:schemeClr val="tx2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</p:spTree>
    <p:extLst>
      <p:ext uri="{BB962C8B-B14F-4D97-AF65-F5344CB8AC3E}">
        <p14:creationId xmlns:p14="http://schemas.microsoft.com/office/powerpoint/2010/main" val="327884454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>
  <p:cSld name="2_Title Slide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592916" y="2959509"/>
            <a:ext cx="10950515" cy="1470025"/>
          </a:xfrm>
        </p:spPr>
        <p:txBody>
          <a:bodyPr lIns="0" rIns="0" anchor="b" anchorCtr="0">
            <a:noAutofit/>
          </a:bodyPr>
          <a:lstStyle>
            <a:lvl1pPr>
              <a:lnSpc>
                <a:spcPct val="80000"/>
              </a:lnSpc>
              <a:defRPr sz="5333" b="0" spc="0" baseline="0">
                <a:solidFill>
                  <a:schemeClr val="bg1">
                    <a:alpha val="90000"/>
                  </a:schemeClr>
                </a:solidFill>
                <a:latin typeface="+mj-lt"/>
                <a:cs typeface="Arial" panose="020B0604020202020204" pitchFamily="34" charset="0"/>
              </a:defRPr>
            </a:lvl1pPr>
          </a:lstStyle>
          <a:p>
            <a:r>
              <a:rPr lang="en-US" dirty="0"/>
              <a:t>40pt Intel Clear Title</a:t>
            </a:r>
            <a:br>
              <a:rPr lang="en-US" dirty="0"/>
            </a:br>
            <a:r>
              <a:rPr lang="en-US" dirty="0"/>
              <a:t>with Linear gradient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607484" y="4657344"/>
            <a:ext cx="8440283" cy="1233813"/>
          </a:xfrm>
        </p:spPr>
        <p:txBody>
          <a:bodyPr lIns="0" rIns="0">
            <a:noAutofit/>
          </a:bodyPr>
          <a:lstStyle>
            <a:lvl1pPr marL="0" indent="0" algn="l">
              <a:buNone/>
              <a:defRPr sz="2133" b="0" i="0" baseline="0">
                <a:solidFill>
                  <a:schemeClr val="accent4"/>
                </a:solidFill>
                <a:latin typeface="+mn-lt"/>
                <a:cs typeface="Arial" panose="020B0604020202020204" pitchFamily="34" charset="0"/>
              </a:defRPr>
            </a:lvl1pPr>
            <a:lvl2pPr marL="60958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917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75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833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792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75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709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667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16pt Intel Clear Subhead, Date, Etc.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163136" y="6432516"/>
            <a:ext cx="2844800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1067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DFF23AAB-FD73-4985-9D70-E10C91F097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5494174"/>
      </p:ext>
    </p:extLst>
  </p:cSld>
  <p:clrMapOvr>
    <a:masterClrMapping/>
  </p:clrMapOvr>
</p:sldLayout>
</file>

<file path=ppt/slideLayouts/slideLayout101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Bullet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F23AAB-FD73-4985-9D70-E10C91F0973A}" type="slidenum">
              <a:rPr lang="en-US" smtClean="0"/>
              <a:t>‹#›</a:t>
            </a:fld>
            <a:endParaRPr lang="en-US"/>
          </a:p>
        </p:txBody>
      </p:sp>
      <p:sp>
        <p:nvSpPr>
          <p:cNvPr id="7" name="Title 6"/>
          <p:cNvSpPr>
            <a:spLocks noGrp="1"/>
          </p:cNvSpPr>
          <p:nvPr>
            <p:ph type="title" hasCustomPrompt="1"/>
          </p:nvPr>
        </p:nvSpPr>
        <p:spPr>
          <a:xfrm>
            <a:off x="607484" y="411798"/>
            <a:ext cx="10972800" cy="594493"/>
          </a:xfrm>
        </p:spPr>
        <p:txBody>
          <a:bodyPr/>
          <a:lstStyle>
            <a:lvl1pPr>
              <a:defRPr b="0" i="0" baseline="0">
                <a:solidFill>
                  <a:schemeClr val="tx2"/>
                </a:solidFill>
                <a:latin typeface="+mj-lt"/>
                <a:cs typeface="Arial" panose="020B0604020202020204" pitchFamily="34" charset="0"/>
              </a:defRPr>
            </a:lvl1pPr>
          </a:lstStyle>
          <a:p>
            <a:r>
              <a:rPr lang="en-US" dirty="0"/>
              <a:t>28pt Intel Clear Headline</a:t>
            </a:r>
          </a:p>
        </p:txBody>
      </p:sp>
      <p:sp>
        <p:nvSpPr>
          <p:cNvPr id="9" name="Content Placeholder 8"/>
          <p:cNvSpPr>
            <a:spLocks noGrp="1"/>
          </p:cNvSpPr>
          <p:nvPr>
            <p:ph sz="quarter" idx="13" hasCustomPrompt="1"/>
          </p:nvPr>
        </p:nvSpPr>
        <p:spPr>
          <a:xfrm>
            <a:off x="607484" y="1107440"/>
            <a:ext cx="10970683" cy="5201920"/>
          </a:xfrm>
        </p:spPr>
        <p:txBody>
          <a:bodyPr/>
          <a:lstStyle>
            <a:lvl1pPr>
              <a:defRPr>
                <a:solidFill>
                  <a:srgbClr val="0071C5"/>
                </a:solidFill>
              </a:defRPr>
            </a:lvl1pPr>
            <a:lvl2pPr marL="232828" indent="-232828">
              <a:defRPr sz="2133">
                <a:solidFill>
                  <a:schemeClr val="tx2"/>
                </a:solidFill>
              </a:defRPr>
            </a:lvl2pPr>
            <a:lvl3pPr marL="690016" indent="-232828">
              <a:defRPr sz="2133">
                <a:solidFill>
                  <a:schemeClr val="tx2"/>
                </a:solidFill>
              </a:defRPr>
            </a:lvl3pPr>
            <a:lvl4pPr marL="1219170" indent="-230712">
              <a:defRPr sz="1867">
                <a:solidFill>
                  <a:schemeClr val="tx2"/>
                </a:solidFill>
              </a:defRPr>
            </a:lvl4pPr>
            <a:lvl5pPr marL="1676358" indent="-222245">
              <a:defRPr sz="1600">
                <a:solidFill>
                  <a:schemeClr val="tx2"/>
                </a:solidFill>
              </a:defRPr>
            </a:lvl5pPr>
          </a:lstStyle>
          <a:p>
            <a:pPr lvl="0"/>
            <a:r>
              <a:rPr lang="en-US" dirty="0"/>
              <a:t>20pt Intel Clear body text</a:t>
            </a:r>
          </a:p>
          <a:p>
            <a:pPr lvl="1"/>
            <a:r>
              <a:rPr lang="en-US" dirty="0"/>
              <a:t>16pt Intel Clear bullet one</a:t>
            </a:r>
          </a:p>
          <a:p>
            <a:pPr lvl="2"/>
            <a:r>
              <a:rPr lang="en-US" dirty="0"/>
              <a:t>16pt Intel Clear sub-bullet</a:t>
            </a:r>
          </a:p>
          <a:p>
            <a:pPr lvl="3"/>
            <a:r>
              <a:rPr lang="en-US" dirty="0"/>
              <a:t>14pt Intel Clear fourth level</a:t>
            </a:r>
          </a:p>
          <a:p>
            <a:pPr lvl="4"/>
            <a:r>
              <a:rPr lang="en-US" dirty="0"/>
              <a:t>12pt Intel Clear fifth level</a:t>
            </a:r>
          </a:p>
        </p:txBody>
      </p:sp>
    </p:spTree>
    <p:extLst>
      <p:ext uri="{BB962C8B-B14F-4D97-AF65-F5344CB8AC3E}">
        <p14:creationId xmlns:p14="http://schemas.microsoft.com/office/powerpoint/2010/main" val="210740286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F23AAB-FD73-4985-9D70-E10C91F0973A}" type="slidenum">
              <a:rPr lang="en-US" smtClean="0"/>
              <a:t>‹#›</a:t>
            </a:fld>
            <a:endParaRPr lang="en-US"/>
          </a:p>
        </p:txBody>
      </p:sp>
      <p:sp>
        <p:nvSpPr>
          <p:cNvPr id="8" name="Title 6"/>
          <p:cNvSpPr>
            <a:spLocks noGrp="1"/>
          </p:cNvSpPr>
          <p:nvPr>
            <p:ph type="title" hasCustomPrompt="1"/>
          </p:nvPr>
        </p:nvSpPr>
        <p:spPr>
          <a:xfrm>
            <a:off x="607484" y="411798"/>
            <a:ext cx="10972800" cy="814809"/>
          </a:xfrm>
        </p:spPr>
        <p:txBody>
          <a:bodyPr/>
          <a:lstStyle>
            <a:lvl1pPr>
              <a:defRPr b="0" i="0" baseline="0">
                <a:solidFill>
                  <a:schemeClr val="tx2"/>
                </a:solidFill>
                <a:latin typeface="+mj-lt"/>
                <a:cs typeface="Arial" panose="020B0604020202020204" pitchFamily="34" charset="0"/>
              </a:defRPr>
            </a:lvl1pPr>
          </a:lstStyle>
          <a:p>
            <a:r>
              <a:rPr lang="en-US" dirty="0"/>
              <a:t>28pt Intel Clear Headline</a:t>
            </a:r>
          </a:p>
        </p:txBody>
      </p:sp>
      <p:sp>
        <p:nvSpPr>
          <p:cNvPr id="6" name="Content Placeholder 8"/>
          <p:cNvSpPr>
            <a:spLocks noGrp="1"/>
          </p:cNvSpPr>
          <p:nvPr>
            <p:ph sz="quarter" idx="14" hasCustomPrompt="1"/>
          </p:nvPr>
        </p:nvSpPr>
        <p:spPr>
          <a:xfrm>
            <a:off x="607484" y="1266606"/>
            <a:ext cx="5364480" cy="4905596"/>
          </a:xfrm>
        </p:spPr>
        <p:txBody>
          <a:bodyPr/>
          <a:lstStyle>
            <a:lvl1pPr>
              <a:defRPr>
                <a:solidFill>
                  <a:srgbClr val="0071C5"/>
                </a:solidFill>
              </a:defRPr>
            </a:lvl1pPr>
            <a:lvl2pPr marL="232828" indent="-232828">
              <a:defRPr sz="2133">
                <a:solidFill>
                  <a:schemeClr val="tx2"/>
                </a:solidFill>
              </a:defRPr>
            </a:lvl2pPr>
            <a:lvl3pPr marL="690016" indent="-232828">
              <a:defRPr sz="2133">
                <a:solidFill>
                  <a:schemeClr val="tx2"/>
                </a:solidFill>
              </a:defRPr>
            </a:lvl3pPr>
            <a:lvl4pPr marL="1219170" indent="-230712">
              <a:defRPr sz="1867">
                <a:solidFill>
                  <a:schemeClr val="tx2"/>
                </a:solidFill>
              </a:defRPr>
            </a:lvl4pPr>
            <a:lvl5pPr marL="1676358" indent="-222245">
              <a:defRPr sz="1600">
                <a:solidFill>
                  <a:schemeClr val="tx2"/>
                </a:solidFill>
              </a:defRPr>
            </a:lvl5pPr>
          </a:lstStyle>
          <a:p>
            <a:pPr lvl="0"/>
            <a:r>
              <a:rPr lang="en-US" dirty="0"/>
              <a:t>20pt Intel Clear body text</a:t>
            </a:r>
          </a:p>
          <a:p>
            <a:pPr lvl="1"/>
            <a:r>
              <a:rPr lang="en-US" dirty="0"/>
              <a:t>16pt Intel Clear bullet one</a:t>
            </a:r>
          </a:p>
          <a:p>
            <a:pPr lvl="2"/>
            <a:r>
              <a:rPr lang="en-US" dirty="0"/>
              <a:t>16pt Intel Clear sub-bullet</a:t>
            </a:r>
          </a:p>
          <a:p>
            <a:pPr lvl="3"/>
            <a:r>
              <a:rPr lang="en-US" dirty="0"/>
              <a:t>14pt Intel Clear fourth level</a:t>
            </a:r>
          </a:p>
          <a:p>
            <a:pPr lvl="4"/>
            <a:r>
              <a:rPr lang="en-US" dirty="0"/>
              <a:t>12pt Intel Clear fifth level</a:t>
            </a:r>
          </a:p>
        </p:txBody>
      </p:sp>
      <p:sp>
        <p:nvSpPr>
          <p:cNvPr id="9" name="Content Placeholder 8"/>
          <p:cNvSpPr>
            <a:spLocks noGrp="1"/>
          </p:cNvSpPr>
          <p:nvPr>
            <p:ph sz="quarter" idx="13" hasCustomPrompt="1"/>
          </p:nvPr>
        </p:nvSpPr>
        <p:spPr>
          <a:xfrm>
            <a:off x="6217917" y="1266606"/>
            <a:ext cx="5364480" cy="4905596"/>
          </a:xfrm>
        </p:spPr>
        <p:txBody>
          <a:bodyPr/>
          <a:lstStyle>
            <a:lvl1pPr>
              <a:defRPr>
                <a:solidFill>
                  <a:srgbClr val="0071C5"/>
                </a:solidFill>
              </a:defRPr>
            </a:lvl1pPr>
            <a:lvl2pPr marL="232828" indent="-232828">
              <a:defRPr sz="2133">
                <a:solidFill>
                  <a:schemeClr val="tx2"/>
                </a:solidFill>
              </a:defRPr>
            </a:lvl2pPr>
            <a:lvl3pPr marL="690016" indent="-232828">
              <a:defRPr sz="2133">
                <a:solidFill>
                  <a:schemeClr val="tx2"/>
                </a:solidFill>
              </a:defRPr>
            </a:lvl3pPr>
            <a:lvl4pPr marL="1219170" indent="-230712">
              <a:defRPr sz="1867">
                <a:solidFill>
                  <a:schemeClr val="tx2"/>
                </a:solidFill>
              </a:defRPr>
            </a:lvl4pPr>
            <a:lvl5pPr marL="1676358" indent="-222245">
              <a:defRPr sz="1600">
                <a:solidFill>
                  <a:schemeClr val="tx2"/>
                </a:solidFill>
              </a:defRPr>
            </a:lvl5pPr>
          </a:lstStyle>
          <a:p>
            <a:pPr lvl="0"/>
            <a:r>
              <a:rPr lang="en-US" dirty="0"/>
              <a:t>20pt Intel Clear body text</a:t>
            </a:r>
          </a:p>
          <a:p>
            <a:pPr lvl="1"/>
            <a:r>
              <a:rPr lang="en-US" dirty="0"/>
              <a:t>16pt Intel Clear bullet one</a:t>
            </a:r>
          </a:p>
          <a:p>
            <a:pPr lvl="2"/>
            <a:r>
              <a:rPr lang="en-US" dirty="0"/>
              <a:t>16pt Intel Clear sub-bullet</a:t>
            </a:r>
          </a:p>
          <a:p>
            <a:pPr lvl="3"/>
            <a:r>
              <a:rPr lang="en-US" dirty="0"/>
              <a:t>14pt Intel Clear fourth level</a:t>
            </a:r>
          </a:p>
          <a:p>
            <a:pPr lvl="4"/>
            <a:r>
              <a:rPr lang="en-US" dirty="0"/>
              <a:t>12pt Intel Clear fifth level</a:t>
            </a:r>
          </a:p>
        </p:txBody>
      </p:sp>
    </p:spTree>
    <p:extLst>
      <p:ext uri="{BB962C8B-B14F-4D97-AF65-F5344CB8AC3E}">
        <p14:creationId xmlns:p14="http://schemas.microsoft.com/office/powerpoint/2010/main" val="2204474887"/>
      </p:ext>
    </p:extLst>
  </p:cSld>
  <p:clrMapOvr>
    <a:masterClrMapping/>
  </p:clrMapOvr>
</p:sldLayout>
</file>

<file path=ppt/slideLayouts/slideLayout10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>
  <p:cSld name="Back Cover Intel">
    <p:bg>
      <p:bgPr>
        <a:gradFill flip="none" rotWithShape="1">
          <a:gsLst>
            <a:gs pos="32000">
              <a:schemeClr val="tx2"/>
            </a:gs>
            <a:gs pos="95000">
              <a:srgbClr val="009FDF"/>
            </a:gs>
            <a:gs pos="78000">
              <a:srgbClr val="0071C5"/>
            </a:gs>
          </a:gsLst>
          <a:lin ang="19860000" scaled="0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 descr="\\.psf\Home\Desktop\Intel.pn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36577" y="2500173"/>
            <a:ext cx="2811727" cy="1853184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9085474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4768FF6-8FD0-4E13-A01B-AB7AF941CB4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1000" y="1487056"/>
            <a:ext cx="11430000" cy="468990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6E7DA19E-D54B-43D6-9CE4-A21B244BC0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14604586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4" orient="horz" pos="2160">
          <p15:clr>
            <a:srgbClr val="FBAE40"/>
          </p15:clr>
        </p15:guide>
        <p15:guide id="5" pos="240">
          <p15:clr>
            <a:srgbClr val="FBAE40"/>
          </p15:clr>
        </p15:guide>
        <p15:guide id="6" pos="7152">
          <p15:clr>
            <a:srgbClr val="FBAE40"/>
          </p15:clr>
        </p15:guide>
      </p15:sldGuideLst>
    </p:ext>
  </p:extLst>
</p:sldLayout>
</file>

<file path=ppt/slideLayouts/slideLayout105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, Sub 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5B35A4-51BC-4EA4-8E63-8A7D09FB8A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0" y="221694"/>
            <a:ext cx="11430000" cy="1199822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5C66EBB2-584E-4CD8-BAAE-06D480D3A0C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80999" y="1495361"/>
            <a:ext cx="11429999" cy="530454"/>
          </a:xfrm>
        </p:spPr>
        <p:txBody>
          <a:bodyPr>
            <a:noAutofit/>
          </a:bodyPr>
          <a:lstStyle>
            <a:lvl1pPr marL="0" indent="0">
              <a:buNone/>
              <a:defRPr sz="3200" b="0" i="0">
                <a:solidFill>
                  <a:schemeClr val="accent1"/>
                </a:solidFill>
                <a:latin typeface="IntelOne Display Regular" panose="020B0503020203020204" pitchFamily="34" charset="0"/>
              </a:defRPr>
            </a:lvl1pPr>
            <a:lvl2pPr marL="45720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C46AEA0-8A4A-4395-842E-1588A8A29D4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381000" y="2105680"/>
            <a:ext cx="5641900" cy="407127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629D013-C7B6-4628-B2EF-9C1967AE612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69100" y="2105680"/>
            <a:ext cx="5641900" cy="407127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409924705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>
  <p:cSld name="Intel Logo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Logo&#10;&#10;Description automatically generated">
            <a:extLst>
              <a:ext uri="{FF2B5EF4-FFF2-40B4-BE49-F238E27FC236}">
                <a16:creationId xmlns:a16="http://schemas.microsoft.com/office/drawing/2014/main" id="{81D5E138-8800-4F6C-BD71-5E098EFFE25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14381" y="2626737"/>
            <a:ext cx="4052408" cy="1643927"/>
          </a:xfrm>
          <a:prstGeom prst="rect">
            <a:avLst/>
          </a:prstGeom>
        </p:spPr>
      </p:pic>
      <p:pic>
        <p:nvPicPr>
          <p:cNvPr id="3" name="Picture 2" descr="Logo&#10;&#10;Description automatically generated">
            <a:extLst>
              <a:ext uri="{FF2B5EF4-FFF2-40B4-BE49-F238E27FC236}">
                <a16:creationId xmlns:a16="http://schemas.microsoft.com/office/drawing/2014/main" id="{204B0861-499A-4B5C-86C7-11D994DAA69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14381" y="2626737"/>
            <a:ext cx="4052408" cy="16439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030366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Pr>
        <a:gradFill flip="none" rotWithShape="1">
          <a:gsLst>
            <a:gs pos="32000">
              <a:schemeClr val="tx2"/>
            </a:gs>
            <a:gs pos="95000">
              <a:srgbClr val="009FDF"/>
            </a:gs>
            <a:gs pos="78000">
              <a:srgbClr val="0071C5"/>
            </a:gs>
          </a:gsLst>
          <a:lin ang="19860000" scaled="0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592916" y="3305898"/>
            <a:ext cx="10950515" cy="1470025"/>
          </a:xfrm>
        </p:spPr>
        <p:txBody>
          <a:bodyPr wrap="square" lIns="0" rIns="0" anchor="b" anchorCtr="0">
            <a:noAutofit/>
          </a:bodyPr>
          <a:lstStyle>
            <a:lvl1pPr>
              <a:lnSpc>
                <a:spcPct val="80000"/>
              </a:lnSpc>
              <a:defRPr sz="6500" b="0" spc="0" baseline="0">
                <a:solidFill>
                  <a:schemeClr val="bg1">
                    <a:alpha val="90000"/>
                  </a:schemeClr>
                </a:solidFill>
                <a:latin typeface="Intel Clear Pro" panose="020B0804020202060201" pitchFamily="34" charset="0"/>
                <a:cs typeface="Intel Clear Pro" panose="020B0804020202060201" pitchFamily="34" charset="0"/>
              </a:defRPr>
            </a:lvl1pPr>
          </a:lstStyle>
          <a:p>
            <a:r>
              <a:rPr lang="en-US" dirty="0"/>
              <a:t>65pt Intel Clear pro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592916" y="4775923"/>
            <a:ext cx="8440283" cy="1233813"/>
          </a:xfrm>
        </p:spPr>
        <p:txBody>
          <a:bodyPr lIns="0" rIns="0">
            <a:normAutofit/>
          </a:bodyPr>
          <a:lstStyle>
            <a:lvl1pPr marL="0" indent="0" algn="l">
              <a:spcBef>
                <a:spcPts val="0"/>
              </a:spcBef>
              <a:buNone/>
              <a:defRPr sz="1600" b="0" i="0" baseline="0">
                <a:solidFill>
                  <a:schemeClr val="accent3"/>
                </a:solidFill>
                <a:latin typeface="Intel Clear"/>
                <a:cs typeface="Intel Clear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16pt Intel Clear Subhead, Date, Etc.</a:t>
            </a:r>
          </a:p>
        </p:txBody>
      </p:sp>
      <p:pic>
        <p:nvPicPr>
          <p:cNvPr id="6" name="Picture 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602397" y="510893"/>
            <a:ext cx="1664066" cy="1106467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4099487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163136" y="6419405"/>
            <a:ext cx="2844800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800">
                <a:solidFill>
                  <a:schemeClr val="bg1"/>
                </a:solidFill>
                <a:latin typeface="+mn-lt"/>
                <a:cs typeface="Intel Clear"/>
              </a:defRPr>
            </a:lvl1pPr>
          </a:lstStyle>
          <a:p>
            <a:fld id="{CE0C4F26-4E1D-4219-8C2A-74E26B9AE9E7}" type="slidenum">
              <a:rPr lang="en-US" smtClean="0"/>
              <a:t>‹#›</a:t>
            </a:fld>
            <a:endParaRPr lang="en-US"/>
          </a:p>
        </p:txBody>
      </p:sp>
      <p:sp>
        <p:nvSpPr>
          <p:cNvPr id="6" name="Footer Placeholder 7"/>
          <p:cNvSpPr>
            <a:spLocks noGrp="1"/>
          </p:cNvSpPr>
          <p:nvPr>
            <p:ph type="ftr" sz="quarter" idx="3"/>
          </p:nvPr>
        </p:nvSpPr>
        <p:spPr>
          <a:xfrm>
            <a:off x="4038600" y="6418878"/>
            <a:ext cx="4114800" cy="36618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800"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2"/>
          </p:nvPr>
        </p:nvSpPr>
        <p:spPr>
          <a:xfrm>
            <a:off x="2279381" y="6418878"/>
            <a:ext cx="1277264" cy="36618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800">
                <a:solidFill>
                  <a:schemeClr val="bg1"/>
                </a:solidFill>
              </a:defRPr>
            </a:lvl1pPr>
          </a:lstStyle>
          <a:p>
            <a:fld id="{0B84DAD8-37FF-4F12-B827-E4C3AD4E6319}" type="datetimeFigureOut">
              <a:rPr lang="en-US" smtClean="0"/>
              <a:t>11/13/2025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767866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163136" y="6419405"/>
            <a:ext cx="2844800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800">
                <a:solidFill>
                  <a:schemeClr val="bg1"/>
                </a:solidFill>
                <a:latin typeface="+mn-lt"/>
                <a:cs typeface="Intel Clear"/>
              </a:defRPr>
            </a:lvl1pPr>
          </a:lstStyle>
          <a:p>
            <a:fld id="{CE0C4F26-4E1D-4219-8C2A-74E26B9AE9E7}" type="slidenum">
              <a:rPr lang="en-US" smtClean="0"/>
              <a:t>‹#›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3"/>
          </p:nvPr>
        </p:nvSpPr>
        <p:spPr>
          <a:xfrm>
            <a:off x="4038600" y="6418878"/>
            <a:ext cx="4114800" cy="36618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800"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  <p:sp>
        <p:nvSpPr>
          <p:cNvPr id="9" name="Date Placeholder 6"/>
          <p:cNvSpPr>
            <a:spLocks noGrp="1"/>
          </p:cNvSpPr>
          <p:nvPr>
            <p:ph type="dt" sz="half" idx="2"/>
          </p:nvPr>
        </p:nvSpPr>
        <p:spPr>
          <a:xfrm>
            <a:off x="2279381" y="6418878"/>
            <a:ext cx="1277264" cy="36618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800">
                <a:solidFill>
                  <a:schemeClr val="bg1"/>
                </a:solidFill>
              </a:defRPr>
            </a:lvl1pPr>
          </a:lstStyle>
          <a:p>
            <a:fld id="{0B84DAD8-37FF-4F12-B827-E4C3AD4E6319}" type="datetimeFigureOut">
              <a:rPr lang="en-US" smtClean="0"/>
              <a:t>11/13/2025</a:t>
            </a:fld>
            <a:endParaRPr lang="en-US"/>
          </a:p>
        </p:txBody>
      </p:sp>
      <p:sp>
        <p:nvSpPr>
          <p:cNvPr id="10" name="Title Placeholder 1"/>
          <p:cNvSpPr>
            <a:spLocks noGrp="1"/>
          </p:cNvSpPr>
          <p:nvPr>
            <p:ph type="title"/>
          </p:nvPr>
        </p:nvSpPr>
        <p:spPr>
          <a:xfrm>
            <a:off x="323928" y="362356"/>
            <a:ext cx="11539912" cy="566965"/>
          </a:xfrm>
          <a:prstGeom prst="rect">
            <a:avLst/>
          </a:prstGeom>
        </p:spPr>
        <p:txBody>
          <a:bodyPr vert="horz" wrap="none" lIns="0" tIns="0" rIns="0" bIns="0" rtlCol="0" anchor="t" anchorCtr="0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8599518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Placeholder 1"/>
          <p:cNvSpPr>
            <a:spLocks noGrp="1"/>
          </p:cNvSpPr>
          <p:nvPr>
            <p:ph type="title"/>
          </p:nvPr>
        </p:nvSpPr>
        <p:spPr>
          <a:xfrm>
            <a:off x="323928" y="362356"/>
            <a:ext cx="11539912" cy="566965"/>
          </a:xfrm>
          <a:prstGeom prst="rect">
            <a:avLst/>
          </a:prstGeom>
        </p:spPr>
        <p:txBody>
          <a:bodyPr vert="horz" wrap="none" lIns="0" tIns="0" rIns="0" bIns="0" rtlCol="0" anchor="t" anchorCtr="0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8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163136" y="6419405"/>
            <a:ext cx="2844800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800">
                <a:solidFill>
                  <a:schemeClr val="bg1"/>
                </a:solidFill>
                <a:latin typeface="+mn-lt"/>
                <a:cs typeface="Intel Clear"/>
              </a:defRPr>
            </a:lvl1pPr>
          </a:lstStyle>
          <a:p>
            <a:fld id="{CE0C4F26-4E1D-4219-8C2A-74E26B9AE9E7}" type="slidenum">
              <a:rPr lang="en-US" smtClean="0"/>
              <a:t>‹#›</a:t>
            </a:fld>
            <a:endParaRPr lang="en-US"/>
          </a:p>
        </p:txBody>
      </p:sp>
      <p:sp>
        <p:nvSpPr>
          <p:cNvPr id="19" name="Footer Placeholder 7"/>
          <p:cNvSpPr>
            <a:spLocks noGrp="1"/>
          </p:cNvSpPr>
          <p:nvPr>
            <p:ph type="ftr" sz="quarter" idx="3"/>
          </p:nvPr>
        </p:nvSpPr>
        <p:spPr>
          <a:xfrm>
            <a:off x="4038600" y="6418878"/>
            <a:ext cx="4114800" cy="36618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800"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  <p:sp>
        <p:nvSpPr>
          <p:cNvPr id="20" name="Date Placeholder 6"/>
          <p:cNvSpPr>
            <a:spLocks noGrp="1"/>
          </p:cNvSpPr>
          <p:nvPr>
            <p:ph type="dt" sz="half" idx="2"/>
          </p:nvPr>
        </p:nvSpPr>
        <p:spPr>
          <a:xfrm>
            <a:off x="2279381" y="6418878"/>
            <a:ext cx="1277264" cy="36618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800">
                <a:solidFill>
                  <a:schemeClr val="bg1"/>
                </a:solidFill>
              </a:defRPr>
            </a:lvl1pPr>
          </a:lstStyle>
          <a:p>
            <a:fld id="{0B84DAD8-37FF-4F12-B827-E4C3AD4E6319}" type="datetimeFigureOut">
              <a:rPr lang="en-US" smtClean="0"/>
              <a:t>11/13/2025</a:t>
            </a:fld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0"/>
          </p:nvPr>
        </p:nvSpPr>
        <p:spPr>
          <a:xfrm>
            <a:off x="323928" y="1002263"/>
            <a:ext cx="11539912" cy="517840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5118221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Placeholder 1"/>
          <p:cNvSpPr>
            <a:spLocks noGrp="1"/>
          </p:cNvSpPr>
          <p:nvPr>
            <p:ph type="title"/>
          </p:nvPr>
        </p:nvSpPr>
        <p:spPr>
          <a:xfrm>
            <a:off x="323928" y="362356"/>
            <a:ext cx="11539912" cy="566965"/>
          </a:xfrm>
          <a:prstGeom prst="rect">
            <a:avLst/>
          </a:prstGeom>
        </p:spPr>
        <p:txBody>
          <a:bodyPr vert="horz" wrap="none" lIns="0" tIns="0" rIns="0" bIns="0" rtlCol="0" anchor="t" anchorCtr="0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163136" y="6419405"/>
            <a:ext cx="2844800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800">
                <a:solidFill>
                  <a:schemeClr val="bg1"/>
                </a:solidFill>
                <a:latin typeface="+mn-lt"/>
                <a:cs typeface="Intel Clear"/>
              </a:defRPr>
            </a:lvl1pPr>
          </a:lstStyle>
          <a:p>
            <a:fld id="{CE0C4F26-4E1D-4219-8C2A-74E26B9AE9E7}" type="slidenum">
              <a:rPr lang="en-US" smtClean="0"/>
              <a:t>‹#›</a:t>
            </a:fld>
            <a:endParaRPr lang="en-US"/>
          </a:p>
        </p:txBody>
      </p:sp>
      <p:sp>
        <p:nvSpPr>
          <p:cNvPr id="20" name="Footer Placeholder 7"/>
          <p:cNvSpPr>
            <a:spLocks noGrp="1"/>
          </p:cNvSpPr>
          <p:nvPr>
            <p:ph type="ftr" sz="quarter" idx="3"/>
          </p:nvPr>
        </p:nvSpPr>
        <p:spPr>
          <a:xfrm>
            <a:off x="4038600" y="6418878"/>
            <a:ext cx="4114800" cy="36618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800"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  <p:sp>
        <p:nvSpPr>
          <p:cNvPr id="21" name="Date Placeholder 6"/>
          <p:cNvSpPr>
            <a:spLocks noGrp="1"/>
          </p:cNvSpPr>
          <p:nvPr>
            <p:ph type="dt" sz="half" idx="2"/>
          </p:nvPr>
        </p:nvSpPr>
        <p:spPr>
          <a:xfrm>
            <a:off x="2279381" y="6418878"/>
            <a:ext cx="1277264" cy="36618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800">
                <a:solidFill>
                  <a:schemeClr val="bg1"/>
                </a:solidFill>
              </a:defRPr>
            </a:lvl1pPr>
          </a:lstStyle>
          <a:p>
            <a:fld id="{0B84DAD8-37FF-4F12-B827-E4C3AD4E6319}" type="datetimeFigureOut">
              <a:rPr lang="en-US" smtClean="0"/>
              <a:t>11/13/2025</a:t>
            </a:fld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4"/>
          </p:nvPr>
        </p:nvSpPr>
        <p:spPr>
          <a:xfrm>
            <a:off x="323851" y="1003301"/>
            <a:ext cx="5669898" cy="51689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Content Placeholder 4"/>
          <p:cNvSpPr>
            <a:spLocks noGrp="1"/>
          </p:cNvSpPr>
          <p:nvPr>
            <p:ph sz="quarter" idx="15"/>
          </p:nvPr>
        </p:nvSpPr>
        <p:spPr>
          <a:xfrm>
            <a:off x="6194526" y="1003299"/>
            <a:ext cx="5669316" cy="51689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201554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hree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Placeholder 1"/>
          <p:cNvSpPr>
            <a:spLocks noGrp="1"/>
          </p:cNvSpPr>
          <p:nvPr>
            <p:ph type="title"/>
          </p:nvPr>
        </p:nvSpPr>
        <p:spPr>
          <a:xfrm>
            <a:off x="323928" y="362356"/>
            <a:ext cx="11539912" cy="566965"/>
          </a:xfrm>
          <a:prstGeom prst="rect">
            <a:avLst/>
          </a:prstGeom>
        </p:spPr>
        <p:txBody>
          <a:bodyPr vert="horz" wrap="none" lIns="0" tIns="0" rIns="0" bIns="0" rtlCol="0" anchor="t" anchorCtr="0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3" name="Text Placeholder 2"/>
          <p:cNvSpPr>
            <a:spLocks noGrp="1"/>
          </p:cNvSpPr>
          <p:nvPr>
            <p:ph idx="1"/>
          </p:nvPr>
        </p:nvSpPr>
        <p:spPr>
          <a:xfrm>
            <a:off x="325041" y="1002262"/>
            <a:ext cx="5707348" cy="5169939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4" name="Text Placeholder 2"/>
          <p:cNvSpPr>
            <a:spLocks noGrp="1"/>
          </p:cNvSpPr>
          <p:nvPr>
            <p:ph idx="15"/>
          </p:nvPr>
        </p:nvSpPr>
        <p:spPr>
          <a:xfrm>
            <a:off x="6156493" y="1002263"/>
            <a:ext cx="5707348" cy="2400896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>
            <a:lvl1pPr>
              <a:defRPr lang="en-US" b="0" dirty="0" smtClean="0">
                <a:solidFill>
                  <a:srgbClr val="0071C5"/>
                </a:solidFill>
                <a:cs typeface="Intel Clear" panose="020B0604020203020204" pitchFamily="34" charset="0"/>
              </a:defRPr>
            </a:lvl1pPr>
            <a:lvl3pPr>
              <a:defRPr lang="en-US" sz="1600" dirty="0" smtClean="0">
                <a:solidFill>
                  <a:schemeClr val="tx2"/>
                </a:solidFill>
                <a:cs typeface="Intel Clear" panose="020B0604020203020204" pitchFamily="34" charset="0"/>
              </a:defRPr>
            </a:lvl3pPr>
            <a:lvl4pPr>
              <a:defRPr lang="en-US" sz="1400" dirty="0" smtClean="0">
                <a:solidFill>
                  <a:schemeClr val="tx2"/>
                </a:solidFill>
                <a:cs typeface="Intel Clear" panose="020B0604020203020204" pitchFamily="34" charset="0"/>
              </a:defRPr>
            </a:lvl4pPr>
            <a:lvl5pPr>
              <a:defRPr lang="en-US" sz="1400" dirty="0" smtClean="0">
                <a:solidFill>
                  <a:schemeClr val="tx2"/>
                </a:solidFill>
                <a:cs typeface="Intel Clear" panose="020B0604020203020204" pitchFamily="34" charset="0"/>
              </a:defRPr>
            </a:lvl5pPr>
            <a:lvl6pPr>
              <a:defRPr lang="en-US" sz="1200" dirty="0" smtClean="0"/>
            </a:lvl6pPr>
          </a:lstStyle>
          <a:p>
            <a:pPr marL="174625" lvl="0" indent="-174625">
              <a:spcBef>
                <a:spcPts val="60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/>
              <a:t>Click to edit Master text styles</a:t>
            </a:r>
          </a:p>
          <a:p>
            <a:pPr marL="174625" lvl="1" indent="-174625">
              <a:spcBef>
                <a:spcPts val="60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/>
              <a:t>Second level</a:t>
            </a:r>
          </a:p>
          <a:p>
            <a:pPr marL="174625" lvl="2" indent="-174625">
              <a:spcBef>
                <a:spcPts val="60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/>
              <a:t>Third level</a:t>
            </a:r>
          </a:p>
          <a:p>
            <a:pPr marL="174625" lvl="3" indent="-174625">
              <a:spcBef>
                <a:spcPts val="60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/>
              <a:t>Fourth level</a:t>
            </a:r>
          </a:p>
          <a:p>
            <a:pPr marL="174625" lvl="4" indent="-174625">
              <a:spcBef>
                <a:spcPts val="60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/>
              <a:t>Fifth level</a:t>
            </a:r>
            <a:endParaRPr lang="en-US" dirty="0"/>
          </a:p>
        </p:txBody>
      </p:sp>
      <p:sp>
        <p:nvSpPr>
          <p:cNvPr id="16" name="Text Placeholder 2"/>
          <p:cNvSpPr>
            <a:spLocks noGrp="1"/>
          </p:cNvSpPr>
          <p:nvPr>
            <p:ph idx="16"/>
          </p:nvPr>
        </p:nvSpPr>
        <p:spPr>
          <a:xfrm>
            <a:off x="6156493" y="3476102"/>
            <a:ext cx="5707348" cy="2696100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>
            <a:lvl1pPr>
              <a:defRPr lang="en-US" b="0" dirty="0" smtClean="0">
                <a:solidFill>
                  <a:srgbClr val="0071C5"/>
                </a:solidFill>
                <a:cs typeface="Intel Clear" panose="020B0604020203020204" pitchFamily="34" charset="0"/>
              </a:defRPr>
            </a:lvl1pPr>
            <a:lvl3pPr>
              <a:defRPr lang="en-US" sz="1600" dirty="0" smtClean="0">
                <a:solidFill>
                  <a:schemeClr val="tx2"/>
                </a:solidFill>
                <a:cs typeface="Intel Clear" panose="020B0604020203020204" pitchFamily="34" charset="0"/>
              </a:defRPr>
            </a:lvl3pPr>
            <a:lvl4pPr>
              <a:defRPr lang="en-US" sz="1400" dirty="0" smtClean="0">
                <a:solidFill>
                  <a:schemeClr val="tx2"/>
                </a:solidFill>
                <a:cs typeface="Intel Clear" panose="020B0604020203020204" pitchFamily="34" charset="0"/>
              </a:defRPr>
            </a:lvl4pPr>
            <a:lvl5pPr>
              <a:defRPr lang="en-US" sz="1400" dirty="0" smtClean="0">
                <a:solidFill>
                  <a:schemeClr val="tx2"/>
                </a:solidFill>
                <a:cs typeface="Intel Clear" panose="020B0604020203020204" pitchFamily="34" charset="0"/>
              </a:defRPr>
            </a:lvl5pPr>
            <a:lvl6pPr>
              <a:defRPr lang="en-US" sz="1200" dirty="0" smtClean="0"/>
            </a:lvl6pPr>
          </a:lstStyle>
          <a:p>
            <a:pPr marL="174625" lvl="0" indent="-174625">
              <a:spcBef>
                <a:spcPts val="60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/>
              <a:t>Click to edit Master text styles</a:t>
            </a:r>
          </a:p>
          <a:p>
            <a:pPr marL="174625" lvl="1" indent="-174625">
              <a:spcBef>
                <a:spcPts val="60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/>
              <a:t>Second level</a:t>
            </a:r>
          </a:p>
          <a:p>
            <a:pPr marL="174625" lvl="2" indent="-174625">
              <a:spcBef>
                <a:spcPts val="60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/>
              <a:t>Third level</a:t>
            </a:r>
          </a:p>
          <a:p>
            <a:pPr marL="174625" lvl="3" indent="-174625">
              <a:spcBef>
                <a:spcPts val="60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/>
              <a:t>Fourth level</a:t>
            </a:r>
          </a:p>
          <a:p>
            <a:pPr marL="174625" lvl="4" indent="-174625">
              <a:spcBef>
                <a:spcPts val="60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/>
              <a:t>Fifth level</a:t>
            </a:r>
            <a:endParaRPr lang="en-US" dirty="0"/>
          </a:p>
        </p:txBody>
      </p:sp>
      <p:sp>
        <p:nvSpPr>
          <p:cNvPr id="22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163136" y="6419405"/>
            <a:ext cx="2844800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800">
                <a:solidFill>
                  <a:schemeClr val="bg1"/>
                </a:solidFill>
                <a:latin typeface="+mn-lt"/>
                <a:cs typeface="Intel Clear"/>
              </a:defRPr>
            </a:lvl1pPr>
          </a:lstStyle>
          <a:p>
            <a:fld id="{CE0C4F26-4E1D-4219-8C2A-74E26B9AE9E7}" type="slidenum">
              <a:rPr lang="en-US" smtClean="0"/>
              <a:t>‹#›</a:t>
            </a:fld>
            <a:endParaRPr lang="en-US"/>
          </a:p>
        </p:txBody>
      </p:sp>
      <p:sp>
        <p:nvSpPr>
          <p:cNvPr id="23" name="Footer Placeholder 7"/>
          <p:cNvSpPr>
            <a:spLocks noGrp="1"/>
          </p:cNvSpPr>
          <p:nvPr>
            <p:ph type="ftr" sz="quarter" idx="3"/>
          </p:nvPr>
        </p:nvSpPr>
        <p:spPr>
          <a:xfrm>
            <a:off x="4038600" y="6418878"/>
            <a:ext cx="4114800" cy="36618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800"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  <p:sp>
        <p:nvSpPr>
          <p:cNvPr id="24" name="Date Placeholder 6"/>
          <p:cNvSpPr>
            <a:spLocks noGrp="1"/>
          </p:cNvSpPr>
          <p:nvPr>
            <p:ph type="dt" sz="half" idx="2"/>
          </p:nvPr>
        </p:nvSpPr>
        <p:spPr>
          <a:xfrm>
            <a:off x="2279381" y="6418878"/>
            <a:ext cx="1277264" cy="36618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800">
                <a:solidFill>
                  <a:schemeClr val="bg1"/>
                </a:solidFill>
              </a:defRPr>
            </a:lvl1pPr>
          </a:lstStyle>
          <a:p>
            <a:fld id="{0B84DAD8-37FF-4F12-B827-E4C3AD4E6319}" type="datetimeFigureOut">
              <a:rPr lang="en-US" smtClean="0"/>
              <a:t>11/13/2025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69276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hree Content Flippe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Placeholder 1"/>
          <p:cNvSpPr>
            <a:spLocks noGrp="1"/>
          </p:cNvSpPr>
          <p:nvPr>
            <p:ph type="title"/>
          </p:nvPr>
        </p:nvSpPr>
        <p:spPr>
          <a:xfrm>
            <a:off x="323928" y="362356"/>
            <a:ext cx="11539912" cy="566965"/>
          </a:xfrm>
          <a:prstGeom prst="rect">
            <a:avLst/>
          </a:prstGeom>
        </p:spPr>
        <p:txBody>
          <a:bodyPr vert="horz" wrap="none" lIns="0" tIns="0" rIns="0" bIns="0" rtlCol="0" anchor="t" anchorCtr="0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3" name="Text Placeholder 2"/>
          <p:cNvSpPr>
            <a:spLocks noGrp="1"/>
          </p:cNvSpPr>
          <p:nvPr>
            <p:ph idx="1"/>
          </p:nvPr>
        </p:nvSpPr>
        <p:spPr>
          <a:xfrm>
            <a:off x="6156493" y="1002262"/>
            <a:ext cx="5707348" cy="5169939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>
            <a:lvl1pPr>
              <a:defRPr lang="en-US" b="0" dirty="0" smtClean="0">
                <a:solidFill>
                  <a:srgbClr val="0071C5"/>
                </a:solidFill>
                <a:cs typeface="Intel Clear" panose="020B0604020203020204" pitchFamily="34" charset="0"/>
              </a:defRPr>
            </a:lvl1pPr>
            <a:lvl3pPr>
              <a:defRPr lang="en-US" sz="1600" dirty="0" smtClean="0">
                <a:solidFill>
                  <a:schemeClr val="tx2"/>
                </a:solidFill>
                <a:cs typeface="Intel Clear" panose="020B0604020203020204" pitchFamily="34" charset="0"/>
              </a:defRPr>
            </a:lvl3pPr>
            <a:lvl4pPr>
              <a:defRPr lang="en-US" sz="1400" dirty="0" smtClean="0">
                <a:solidFill>
                  <a:schemeClr val="tx2"/>
                </a:solidFill>
                <a:cs typeface="Intel Clear" panose="020B0604020203020204" pitchFamily="34" charset="0"/>
              </a:defRPr>
            </a:lvl4pPr>
            <a:lvl5pPr>
              <a:defRPr lang="en-US" sz="1400" dirty="0" smtClean="0">
                <a:solidFill>
                  <a:schemeClr val="tx2"/>
                </a:solidFill>
                <a:cs typeface="Intel Clear" panose="020B0604020203020204" pitchFamily="34" charset="0"/>
              </a:defRPr>
            </a:lvl5pPr>
            <a:lvl6pPr>
              <a:defRPr lang="en-US" sz="1200" dirty="0" smtClean="0"/>
            </a:lvl6pPr>
          </a:lstStyle>
          <a:p>
            <a:pPr marL="174625" lvl="0" indent="-174625">
              <a:spcBef>
                <a:spcPts val="60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/>
              <a:t>Click to edit Master text styles</a:t>
            </a:r>
          </a:p>
          <a:p>
            <a:pPr marL="174625" lvl="1" indent="-174625">
              <a:spcBef>
                <a:spcPts val="60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/>
              <a:t>Second level</a:t>
            </a:r>
          </a:p>
          <a:p>
            <a:pPr marL="174625" lvl="2" indent="-174625">
              <a:spcBef>
                <a:spcPts val="60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/>
              <a:t>Third level</a:t>
            </a:r>
          </a:p>
          <a:p>
            <a:pPr marL="174625" lvl="3" indent="-174625">
              <a:spcBef>
                <a:spcPts val="60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/>
              <a:t>Fourth level</a:t>
            </a:r>
          </a:p>
          <a:p>
            <a:pPr marL="174625" lvl="4" indent="-174625">
              <a:spcBef>
                <a:spcPts val="60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/>
              <a:t>Fifth level</a:t>
            </a:r>
            <a:endParaRPr lang="en-US" dirty="0"/>
          </a:p>
        </p:txBody>
      </p:sp>
      <p:sp>
        <p:nvSpPr>
          <p:cNvPr id="14" name="Text Placeholder 2"/>
          <p:cNvSpPr>
            <a:spLocks noGrp="1"/>
          </p:cNvSpPr>
          <p:nvPr>
            <p:ph idx="15"/>
          </p:nvPr>
        </p:nvSpPr>
        <p:spPr>
          <a:xfrm>
            <a:off x="323929" y="1002263"/>
            <a:ext cx="5707348" cy="2400896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>
            <a:lvl1pPr>
              <a:defRPr lang="en-US" b="0" dirty="0" smtClean="0">
                <a:solidFill>
                  <a:srgbClr val="0071C5"/>
                </a:solidFill>
                <a:cs typeface="Intel Clear" panose="020B0604020203020204" pitchFamily="34" charset="0"/>
              </a:defRPr>
            </a:lvl1pPr>
            <a:lvl3pPr>
              <a:defRPr lang="en-US" sz="1600" dirty="0" smtClean="0">
                <a:solidFill>
                  <a:schemeClr val="tx2"/>
                </a:solidFill>
                <a:cs typeface="Intel Clear" panose="020B0604020203020204" pitchFamily="34" charset="0"/>
              </a:defRPr>
            </a:lvl3pPr>
            <a:lvl4pPr>
              <a:defRPr lang="en-US" sz="1400" dirty="0" smtClean="0">
                <a:solidFill>
                  <a:schemeClr val="tx2"/>
                </a:solidFill>
                <a:cs typeface="Intel Clear" panose="020B0604020203020204" pitchFamily="34" charset="0"/>
              </a:defRPr>
            </a:lvl4pPr>
            <a:lvl5pPr>
              <a:defRPr lang="en-US" sz="1400" dirty="0" smtClean="0">
                <a:solidFill>
                  <a:schemeClr val="tx2"/>
                </a:solidFill>
                <a:cs typeface="Intel Clear" panose="020B0604020203020204" pitchFamily="34" charset="0"/>
              </a:defRPr>
            </a:lvl5pPr>
            <a:lvl6pPr>
              <a:defRPr lang="en-US" sz="1200" dirty="0" smtClean="0"/>
            </a:lvl6pPr>
          </a:lstStyle>
          <a:p>
            <a:pPr marL="174625" lvl="0" indent="-174625">
              <a:spcBef>
                <a:spcPts val="60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/>
              <a:t>Click to edit Master text styles</a:t>
            </a:r>
          </a:p>
          <a:p>
            <a:pPr marL="174625" lvl="1" indent="-174625">
              <a:spcBef>
                <a:spcPts val="60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/>
              <a:t>Second level</a:t>
            </a:r>
          </a:p>
          <a:p>
            <a:pPr marL="174625" lvl="2" indent="-174625">
              <a:spcBef>
                <a:spcPts val="60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/>
              <a:t>Third level</a:t>
            </a:r>
          </a:p>
          <a:p>
            <a:pPr marL="174625" lvl="3" indent="-174625">
              <a:spcBef>
                <a:spcPts val="60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/>
              <a:t>Fourth level</a:t>
            </a:r>
          </a:p>
          <a:p>
            <a:pPr marL="174625" lvl="4" indent="-174625">
              <a:spcBef>
                <a:spcPts val="60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/>
              <a:t>Fifth level</a:t>
            </a:r>
            <a:endParaRPr lang="en-US" dirty="0"/>
          </a:p>
        </p:txBody>
      </p:sp>
      <p:sp>
        <p:nvSpPr>
          <p:cNvPr id="16" name="Text Placeholder 2"/>
          <p:cNvSpPr>
            <a:spLocks noGrp="1"/>
          </p:cNvSpPr>
          <p:nvPr>
            <p:ph idx="16"/>
          </p:nvPr>
        </p:nvSpPr>
        <p:spPr>
          <a:xfrm>
            <a:off x="323929" y="3476102"/>
            <a:ext cx="5707348" cy="2696100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>
            <a:lvl1pPr>
              <a:defRPr lang="en-US" b="0" dirty="0" smtClean="0">
                <a:solidFill>
                  <a:srgbClr val="0071C5"/>
                </a:solidFill>
                <a:cs typeface="Intel Clear" panose="020B0604020203020204" pitchFamily="34" charset="0"/>
              </a:defRPr>
            </a:lvl1pPr>
            <a:lvl3pPr>
              <a:defRPr lang="en-US" sz="1600" dirty="0" smtClean="0">
                <a:solidFill>
                  <a:schemeClr val="tx2"/>
                </a:solidFill>
                <a:cs typeface="Intel Clear" panose="020B0604020203020204" pitchFamily="34" charset="0"/>
              </a:defRPr>
            </a:lvl3pPr>
            <a:lvl4pPr>
              <a:defRPr lang="en-US" sz="1400" dirty="0" smtClean="0">
                <a:solidFill>
                  <a:schemeClr val="tx2"/>
                </a:solidFill>
                <a:cs typeface="Intel Clear" panose="020B0604020203020204" pitchFamily="34" charset="0"/>
              </a:defRPr>
            </a:lvl4pPr>
            <a:lvl5pPr>
              <a:defRPr lang="en-US" sz="1400" dirty="0" smtClean="0">
                <a:solidFill>
                  <a:schemeClr val="tx2"/>
                </a:solidFill>
                <a:cs typeface="Intel Clear" panose="020B0604020203020204" pitchFamily="34" charset="0"/>
              </a:defRPr>
            </a:lvl5pPr>
            <a:lvl6pPr>
              <a:defRPr lang="en-US" sz="1200" dirty="0" smtClean="0"/>
            </a:lvl6pPr>
          </a:lstStyle>
          <a:p>
            <a:pPr marL="174625" lvl="0" indent="-174625">
              <a:spcBef>
                <a:spcPts val="60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/>
              <a:t>Click to edit Master text styles</a:t>
            </a:r>
          </a:p>
          <a:p>
            <a:pPr marL="174625" lvl="1" indent="-174625">
              <a:spcBef>
                <a:spcPts val="60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/>
              <a:t>Second level</a:t>
            </a:r>
          </a:p>
          <a:p>
            <a:pPr marL="174625" lvl="2" indent="-174625">
              <a:spcBef>
                <a:spcPts val="60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/>
              <a:t>Third level</a:t>
            </a:r>
          </a:p>
          <a:p>
            <a:pPr marL="174625" lvl="3" indent="-174625">
              <a:spcBef>
                <a:spcPts val="60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/>
              <a:t>Fourth level</a:t>
            </a:r>
          </a:p>
          <a:p>
            <a:pPr marL="174625" lvl="4" indent="-174625">
              <a:spcBef>
                <a:spcPts val="60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/>
              <a:t>Fifth level</a:t>
            </a:r>
            <a:endParaRPr lang="en-US" dirty="0"/>
          </a:p>
        </p:txBody>
      </p:sp>
      <p:sp>
        <p:nvSpPr>
          <p:cNvPr id="11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163136" y="6419405"/>
            <a:ext cx="2844800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800">
                <a:solidFill>
                  <a:schemeClr val="bg1"/>
                </a:solidFill>
                <a:latin typeface="+mn-lt"/>
                <a:cs typeface="Intel Clear"/>
              </a:defRPr>
            </a:lvl1pPr>
          </a:lstStyle>
          <a:p>
            <a:fld id="{CE0C4F26-4E1D-4219-8C2A-74E26B9AE9E7}" type="slidenum">
              <a:rPr lang="en-US" smtClean="0"/>
              <a:t>‹#›</a:t>
            </a:fld>
            <a:endParaRPr lang="en-US"/>
          </a:p>
        </p:txBody>
      </p:sp>
      <p:sp>
        <p:nvSpPr>
          <p:cNvPr id="15" name="Footer Placeholder 7"/>
          <p:cNvSpPr>
            <a:spLocks noGrp="1"/>
          </p:cNvSpPr>
          <p:nvPr>
            <p:ph type="ftr" sz="quarter" idx="3"/>
          </p:nvPr>
        </p:nvSpPr>
        <p:spPr>
          <a:xfrm>
            <a:off x="4038600" y="6418878"/>
            <a:ext cx="4114800" cy="36618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800"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  <p:sp>
        <p:nvSpPr>
          <p:cNvPr id="22" name="Date Placeholder 6"/>
          <p:cNvSpPr>
            <a:spLocks noGrp="1"/>
          </p:cNvSpPr>
          <p:nvPr>
            <p:ph type="dt" sz="half" idx="2"/>
          </p:nvPr>
        </p:nvSpPr>
        <p:spPr>
          <a:xfrm>
            <a:off x="2279381" y="6418878"/>
            <a:ext cx="1277264" cy="36618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800">
                <a:solidFill>
                  <a:schemeClr val="bg1"/>
                </a:solidFill>
              </a:defRPr>
            </a:lvl1pPr>
          </a:lstStyle>
          <a:p>
            <a:fld id="{0B84DAD8-37FF-4F12-B827-E4C3AD4E6319}" type="datetimeFigureOut">
              <a:rPr lang="en-US" smtClean="0"/>
              <a:t>11/13/2025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599086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ext and Bottom Half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163136" y="6419405"/>
            <a:ext cx="2844800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800">
                <a:solidFill>
                  <a:schemeClr val="bg1"/>
                </a:solidFill>
                <a:latin typeface="+mn-lt"/>
                <a:cs typeface="Intel Clear"/>
              </a:defRPr>
            </a:lvl1pPr>
          </a:lstStyle>
          <a:p>
            <a:fld id="{CE0C4F26-4E1D-4219-8C2A-74E26B9AE9E7}" type="slidenum">
              <a:rPr lang="en-US" smtClean="0"/>
              <a:t>‹#›</a:t>
            </a:fld>
            <a:endParaRPr lang="en-US"/>
          </a:p>
        </p:txBody>
      </p:sp>
      <p:sp>
        <p:nvSpPr>
          <p:cNvPr id="12" name="Footer Placeholder 7"/>
          <p:cNvSpPr>
            <a:spLocks noGrp="1"/>
          </p:cNvSpPr>
          <p:nvPr>
            <p:ph type="ftr" sz="quarter" idx="3"/>
          </p:nvPr>
        </p:nvSpPr>
        <p:spPr>
          <a:xfrm>
            <a:off x="4038600" y="6418878"/>
            <a:ext cx="4114800" cy="36618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800"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  <p:sp>
        <p:nvSpPr>
          <p:cNvPr id="13" name="Date Placeholder 6"/>
          <p:cNvSpPr>
            <a:spLocks noGrp="1"/>
          </p:cNvSpPr>
          <p:nvPr>
            <p:ph type="dt" sz="half" idx="2"/>
          </p:nvPr>
        </p:nvSpPr>
        <p:spPr>
          <a:xfrm>
            <a:off x="2279381" y="6418878"/>
            <a:ext cx="1277264" cy="36618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800">
                <a:solidFill>
                  <a:schemeClr val="bg1"/>
                </a:solidFill>
              </a:defRPr>
            </a:lvl1pPr>
          </a:lstStyle>
          <a:p>
            <a:fld id="{0B84DAD8-37FF-4F12-B827-E4C3AD4E6319}" type="datetimeFigureOut">
              <a:rPr lang="en-US" smtClean="0"/>
              <a:t>11/13/2025</a:t>
            </a:fld>
            <a:endParaRPr lang="en-US"/>
          </a:p>
        </p:txBody>
      </p:sp>
      <p:sp>
        <p:nvSpPr>
          <p:cNvPr id="14" name="Title Placeholder 1"/>
          <p:cNvSpPr>
            <a:spLocks noGrp="1"/>
          </p:cNvSpPr>
          <p:nvPr>
            <p:ph type="title"/>
          </p:nvPr>
        </p:nvSpPr>
        <p:spPr>
          <a:xfrm>
            <a:off x="323928" y="362356"/>
            <a:ext cx="11539912" cy="566965"/>
          </a:xfrm>
          <a:prstGeom prst="rect">
            <a:avLst/>
          </a:prstGeom>
        </p:spPr>
        <p:txBody>
          <a:bodyPr vert="horz" wrap="none" lIns="0" tIns="0" rIns="0" bIns="0" rtlCol="0" anchor="t" anchorCtr="0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5" name="Text Placeholder 2"/>
          <p:cNvSpPr>
            <a:spLocks noGrp="1"/>
          </p:cNvSpPr>
          <p:nvPr>
            <p:ph idx="16"/>
          </p:nvPr>
        </p:nvSpPr>
        <p:spPr>
          <a:xfrm>
            <a:off x="323929" y="1002263"/>
            <a:ext cx="5707348" cy="2400896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>
            <a:lvl1pPr>
              <a:defRPr lang="en-US" b="0" dirty="0" smtClean="0">
                <a:solidFill>
                  <a:srgbClr val="0071C5"/>
                </a:solidFill>
                <a:cs typeface="Intel Clear" panose="020B0604020203020204" pitchFamily="34" charset="0"/>
              </a:defRPr>
            </a:lvl1pPr>
            <a:lvl3pPr>
              <a:defRPr lang="en-US" sz="1600" dirty="0" smtClean="0">
                <a:solidFill>
                  <a:schemeClr val="tx2"/>
                </a:solidFill>
                <a:cs typeface="Intel Clear" panose="020B0604020203020204" pitchFamily="34" charset="0"/>
              </a:defRPr>
            </a:lvl3pPr>
            <a:lvl4pPr>
              <a:defRPr lang="en-US" sz="1400" dirty="0" smtClean="0">
                <a:solidFill>
                  <a:schemeClr val="tx2"/>
                </a:solidFill>
                <a:cs typeface="Intel Clear" panose="020B0604020203020204" pitchFamily="34" charset="0"/>
              </a:defRPr>
            </a:lvl4pPr>
            <a:lvl5pPr>
              <a:defRPr lang="en-US" sz="1400" dirty="0" smtClean="0">
                <a:solidFill>
                  <a:schemeClr val="tx2"/>
                </a:solidFill>
                <a:cs typeface="Intel Clear" panose="020B0604020203020204" pitchFamily="34" charset="0"/>
              </a:defRPr>
            </a:lvl5pPr>
            <a:lvl6pPr>
              <a:defRPr lang="en-US" sz="1200" dirty="0" smtClean="0"/>
            </a:lvl6pPr>
          </a:lstStyle>
          <a:p>
            <a:pPr marL="174625" lvl="0" indent="-174625">
              <a:spcBef>
                <a:spcPts val="60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/>
              <a:t>Click to edit Master text styles</a:t>
            </a:r>
          </a:p>
          <a:p>
            <a:pPr marL="174625" lvl="1" indent="-174625">
              <a:spcBef>
                <a:spcPts val="60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/>
              <a:t>Second level</a:t>
            </a:r>
          </a:p>
          <a:p>
            <a:pPr marL="174625" lvl="2" indent="-174625">
              <a:spcBef>
                <a:spcPts val="60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/>
              <a:t>Third level</a:t>
            </a:r>
          </a:p>
          <a:p>
            <a:pPr marL="174625" lvl="3" indent="-174625">
              <a:spcBef>
                <a:spcPts val="60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/>
              <a:t>Fourth level</a:t>
            </a:r>
          </a:p>
          <a:p>
            <a:pPr marL="174625" lvl="4" indent="-174625">
              <a:spcBef>
                <a:spcPts val="60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/>
              <a:t>Fifth level</a:t>
            </a:r>
            <a:endParaRPr lang="en-US" dirty="0"/>
          </a:p>
        </p:txBody>
      </p:sp>
      <p:sp>
        <p:nvSpPr>
          <p:cNvPr id="16" name="Text Placeholder 2"/>
          <p:cNvSpPr>
            <a:spLocks noGrp="1"/>
          </p:cNvSpPr>
          <p:nvPr>
            <p:ph idx="15"/>
          </p:nvPr>
        </p:nvSpPr>
        <p:spPr>
          <a:xfrm>
            <a:off x="6156493" y="1002263"/>
            <a:ext cx="5707348" cy="2400896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>
            <a:lvl1pPr>
              <a:defRPr lang="en-US" b="0" dirty="0" smtClean="0">
                <a:solidFill>
                  <a:srgbClr val="0071C5"/>
                </a:solidFill>
                <a:cs typeface="Intel Clear" panose="020B0604020203020204" pitchFamily="34" charset="0"/>
              </a:defRPr>
            </a:lvl1pPr>
            <a:lvl3pPr>
              <a:defRPr lang="en-US" sz="1600" dirty="0" smtClean="0">
                <a:solidFill>
                  <a:schemeClr val="tx2"/>
                </a:solidFill>
                <a:cs typeface="Intel Clear" panose="020B0604020203020204" pitchFamily="34" charset="0"/>
              </a:defRPr>
            </a:lvl3pPr>
            <a:lvl4pPr>
              <a:defRPr lang="en-US" sz="1400" dirty="0" smtClean="0">
                <a:solidFill>
                  <a:schemeClr val="tx2"/>
                </a:solidFill>
                <a:cs typeface="Intel Clear" panose="020B0604020203020204" pitchFamily="34" charset="0"/>
              </a:defRPr>
            </a:lvl4pPr>
            <a:lvl5pPr>
              <a:defRPr lang="en-US" sz="1400" dirty="0" smtClean="0">
                <a:solidFill>
                  <a:schemeClr val="tx2"/>
                </a:solidFill>
                <a:cs typeface="Intel Clear" panose="020B0604020203020204" pitchFamily="34" charset="0"/>
              </a:defRPr>
            </a:lvl5pPr>
            <a:lvl6pPr>
              <a:defRPr lang="en-US" sz="1200" dirty="0" smtClean="0"/>
            </a:lvl6pPr>
          </a:lstStyle>
          <a:p>
            <a:pPr marL="174625" lvl="0" indent="-174625">
              <a:spcBef>
                <a:spcPts val="60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/>
              <a:t>Click to edit Master text styles</a:t>
            </a:r>
          </a:p>
          <a:p>
            <a:pPr marL="174625" lvl="1" indent="-174625">
              <a:spcBef>
                <a:spcPts val="60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/>
              <a:t>Second level</a:t>
            </a:r>
          </a:p>
          <a:p>
            <a:pPr marL="174625" lvl="2" indent="-174625">
              <a:spcBef>
                <a:spcPts val="60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/>
              <a:t>Third level</a:t>
            </a:r>
          </a:p>
          <a:p>
            <a:pPr marL="174625" lvl="3" indent="-174625">
              <a:spcBef>
                <a:spcPts val="60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/>
              <a:t>Fourth level</a:t>
            </a:r>
          </a:p>
          <a:p>
            <a:pPr marL="174625" lvl="4" indent="-174625">
              <a:spcBef>
                <a:spcPts val="60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/>
              <a:t>Fifth level</a:t>
            </a:r>
            <a:endParaRPr lang="en-US" dirty="0"/>
          </a:p>
        </p:txBody>
      </p:sp>
      <p:sp>
        <p:nvSpPr>
          <p:cNvPr id="17" name="Text Placeholder 2"/>
          <p:cNvSpPr>
            <a:spLocks noGrp="1"/>
          </p:cNvSpPr>
          <p:nvPr>
            <p:ph idx="1"/>
          </p:nvPr>
        </p:nvSpPr>
        <p:spPr>
          <a:xfrm>
            <a:off x="325040" y="3476101"/>
            <a:ext cx="11538800" cy="2696100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>
            <a:lvl1pPr>
              <a:defRPr lang="en-US" b="0" dirty="0" smtClean="0">
                <a:solidFill>
                  <a:srgbClr val="0071C5"/>
                </a:solidFill>
                <a:cs typeface="Intel Clear" panose="020B0604020203020204" pitchFamily="34" charset="0"/>
              </a:defRPr>
            </a:lvl1pPr>
            <a:lvl3pPr>
              <a:defRPr lang="en-US" sz="1600" dirty="0" smtClean="0">
                <a:solidFill>
                  <a:schemeClr val="tx2"/>
                </a:solidFill>
                <a:cs typeface="Intel Clear" panose="020B0604020203020204" pitchFamily="34" charset="0"/>
              </a:defRPr>
            </a:lvl3pPr>
            <a:lvl4pPr>
              <a:defRPr lang="en-US" sz="1400" dirty="0" smtClean="0">
                <a:solidFill>
                  <a:schemeClr val="tx2"/>
                </a:solidFill>
                <a:cs typeface="Intel Clear" panose="020B0604020203020204" pitchFamily="34" charset="0"/>
              </a:defRPr>
            </a:lvl4pPr>
            <a:lvl5pPr>
              <a:defRPr lang="en-US" sz="1400" dirty="0" smtClean="0">
                <a:solidFill>
                  <a:schemeClr val="tx2"/>
                </a:solidFill>
                <a:cs typeface="Intel Clear" panose="020B0604020203020204" pitchFamily="34" charset="0"/>
              </a:defRPr>
            </a:lvl5pPr>
            <a:lvl6pPr>
              <a:defRPr lang="en-US" sz="1200" dirty="0" smtClean="0"/>
            </a:lvl6pPr>
          </a:lstStyle>
          <a:p>
            <a:pPr marL="174625" lvl="0" indent="-174625">
              <a:spcBef>
                <a:spcPts val="60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/>
              <a:t>Click to edit Master text styles</a:t>
            </a:r>
          </a:p>
          <a:p>
            <a:pPr marL="174625" lvl="1" indent="-174625">
              <a:spcBef>
                <a:spcPts val="60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/>
              <a:t>Second level</a:t>
            </a:r>
          </a:p>
          <a:p>
            <a:pPr marL="174625" lvl="2" indent="-174625">
              <a:spcBef>
                <a:spcPts val="60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/>
              <a:t>Third level</a:t>
            </a:r>
          </a:p>
          <a:p>
            <a:pPr marL="174625" lvl="3" indent="-174625">
              <a:spcBef>
                <a:spcPts val="60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/>
              <a:t>Fourth level</a:t>
            </a:r>
          </a:p>
          <a:p>
            <a:pPr marL="174625" lvl="4" indent="-174625">
              <a:spcBef>
                <a:spcPts val="60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336047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ext and Top Half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163136" y="6419405"/>
            <a:ext cx="2844800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800">
                <a:solidFill>
                  <a:schemeClr val="bg1"/>
                </a:solidFill>
                <a:latin typeface="+mn-lt"/>
                <a:cs typeface="Intel Clear"/>
              </a:defRPr>
            </a:lvl1pPr>
          </a:lstStyle>
          <a:p>
            <a:fld id="{CE0C4F26-4E1D-4219-8C2A-74E26B9AE9E7}" type="slidenum">
              <a:rPr lang="en-US" smtClean="0"/>
              <a:t>‹#›</a:t>
            </a:fld>
            <a:endParaRPr lang="en-US"/>
          </a:p>
        </p:txBody>
      </p:sp>
      <p:sp>
        <p:nvSpPr>
          <p:cNvPr id="12" name="Footer Placeholder 7"/>
          <p:cNvSpPr>
            <a:spLocks noGrp="1"/>
          </p:cNvSpPr>
          <p:nvPr>
            <p:ph type="ftr" sz="quarter" idx="3"/>
          </p:nvPr>
        </p:nvSpPr>
        <p:spPr>
          <a:xfrm>
            <a:off x="4038600" y="6418878"/>
            <a:ext cx="4114800" cy="36618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800"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  <p:sp>
        <p:nvSpPr>
          <p:cNvPr id="13" name="Date Placeholder 6"/>
          <p:cNvSpPr>
            <a:spLocks noGrp="1"/>
          </p:cNvSpPr>
          <p:nvPr>
            <p:ph type="dt" sz="half" idx="2"/>
          </p:nvPr>
        </p:nvSpPr>
        <p:spPr>
          <a:xfrm>
            <a:off x="2279381" y="6418878"/>
            <a:ext cx="1277264" cy="36618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800">
                <a:solidFill>
                  <a:schemeClr val="bg1"/>
                </a:solidFill>
              </a:defRPr>
            </a:lvl1pPr>
          </a:lstStyle>
          <a:p>
            <a:fld id="{0B84DAD8-37FF-4F12-B827-E4C3AD4E6319}" type="datetimeFigureOut">
              <a:rPr lang="en-US" smtClean="0"/>
              <a:t>11/13/2025</a:t>
            </a:fld>
            <a:endParaRPr lang="en-US"/>
          </a:p>
        </p:txBody>
      </p:sp>
      <p:sp>
        <p:nvSpPr>
          <p:cNvPr id="14" name="Title Placeholder 1"/>
          <p:cNvSpPr>
            <a:spLocks noGrp="1"/>
          </p:cNvSpPr>
          <p:nvPr>
            <p:ph type="title"/>
          </p:nvPr>
        </p:nvSpPr>
        <p:spPr>
          <a:xfrm>
            <a:off x="323928" y="362356"/>
            <a:ext cx="11539912" cy="566965"/>
          </a:xfrm>
          <a:prstGeom prst="rect">
            <a:avLst/>
          </a:prstGeom>
        </p:spPr>
        <p:txBody>
          <a:bodyPr vert="horz" wrap="none" lIns="0" tIns="0" rIns="0" bIns="0" rtlCol="0" anchor="t" anchorCtr="0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5" name="Text Placeholder 2"/>
          <p:cNvSpPr>
            <a:spLocks noGrp="1"/>
          </p:cNvSpPr>
          <p:nvPr>
            <p:ph idx="16"/>
          </p:nvPr>
        </p:nvSpPr>
        <p:spPr>
          <a:xfrm>
            <a:off x="323929" y="3476102"/>
            <a:ext cx="5707348" cy="2694111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>
            <a:lvl1pPr>
              <a:defRPr lang="en-US" b="0" dirty="0" smtClean="0">
                <a:solidFill>
                  <a:srgbClr val="0071C5"/>
                </a:solidFill>
                <a:cs typeface="Intel Clear" panose="020B0604020203020204" pitchFamily="34" charset="0"/>
              </a:defRPr>
            </a:lvl1pPr>
            <a:lvl3pPr>
              <a:defRPr lang="en-US" sz="1600" dirty="0" smtClean="0">
                <a:solidFill>
                  <a:schemeClr val="tx2"/>
                </a:solidFill>
                <a:cs typeface="Intel Clear" panose="020B0604020203020204" pitchFamily="34" charset="0"/>
              </a:defRPr>
            </a:lvl3pPr>
            <a:lvl4pPr>
              <a:defRPr lang="en-US" sz="1400" dirty="0" smtClean="0">
                <a:solidFill>
                  <a:schemeClr val="tx2"/>
                </a:solidFill>
                <a:cs typeface="Intel Clear" panose="020B0604020203020204" pitchFamily="34" charset="0"/>
              </a:defRPr>
            </a:lvl4pPr>
            <a:lvl5pPr>
              <a:defRPr lang="en-US" sz="1400" dirty="0" smtClean="0">
                <a:solidFill>
                  <a:schemeClr val="tx2"/>
                </a:solidFill>
                <a:cs typeface="Intel Clear" panose="020B0604020203020204" pitchFamily="34" charset="0"/>
              </a:defRPr>
            </a:lvl5pPr>
            <a:lvl6pPr>
              <a:defRPr lang="en-US" sz="1200" dirty="0" smtClean="0"/>
            </a:lvl6pPr>
          </a:lstStyle>
          <a:p>
            <a:pPr marL="174625" lvl="0" indent="-174625">
              <a:spcBef>
                <a:spcPts val="60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/>
              <a:t>Click to edit Master text styles</a:t>
            </a:r>
          </a:p>
          <a:p>
            <a:pPr marL="174625" lvl="1" indent="-174625">
              <a:spcBef>
                <a:spcPts val="60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/>
              <a:t>Second level</a:t>
            </a:r>
          </a:p>
          <a:p>
            <a:pPr marL="174625" lvl="2" indent="-174625">
              <a:spcBef>
                <a:spcPts val="60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/>
              <a:t>Third level</a:t>
            </a:r>
          </a:p>
          <a:p>
            <a:pPr marL="174625" lvl="3" indent="-174625">
              <a:spcBef>
                <a:spcPts val="60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/>
              <a:t>Fourth level</a:t>
            </a:r>
          </a:p>
          <a:p>
            <a:pPr marL="174625" lvl="4" indent="-174625">
              <a:spcBef>
                <a:spcPts val="60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/>
              <a:t>Fifth level</a:t>
            </a:r>
            <a:endParaRPr lang="en-US" dirty="0"/>
          </a:p>
        </p:txBody>
      </p:sp>
      <p:sp>
        <p:nvSpPr>
          <p:cNvPr id="16" name="Text Placeholder 2"/>
          <p:cNvSpPr>
            <a:spLocks noGrp="1"/>
          </p:cNvSpPr>
          <p:nvPr>
            <p:ph idx="15"/>
          </p:nvPr>
        </p:nvSpPr>
        <p:spPr>
          <a:xfrm>
            <a:off x="6174578" y="3476102"/>
            <a:ext cx="5707348" cy="2694111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>
            <a:lvl1pPr>
              <a:defRPr lang="en-US" b="0" dirty="0" smtClean="0">
                <a:solidFill>
                  <a:srgbClr val="0071C5"/>
                </a:solidFill>
                <a:cs typeface="Intel Clear" panose="020B0604020203020204" pitchFamily="34" charset="0"/>
              </a:defRPr>
            </a:lvl1pPr>
            <a:lvl3pPr>
              <a:defRPr lang="en-US" sz="1600" dirty="0" smtClean="0">
                <a:solidFill>
                  <a:schemeClr val="tx2"/>
                </a:solidFill>
                <a:cs typeface="Intel Clear" panose="020B0604020203020204" pitchFamily="34" charset="0"/>
              </a:defRPr>
            </a:lvl3pPr>
            <a:lvl4pPr>
              <a:defRPr lang="en-US" sz="1400" dirty="0" smtClean="0">
                <a:solidFill>
                  <a:schemeClr val="tx2"/>
                </a:solidFill>
                <a:cs typeface="Intel Clear" panose="020B0604020203020204" pitchFamily="34" charset="0"/>
              </a:defRPr>
            </a:lvl4pPr>
            <a:lvl5pPr>
              <a:defRPr lang="en-US" sz="1400" dirty="0" smtClean="0">
                <a:solidFill>
                  <a:schemeClr val="tx2"/>
                </a:solidFill>
                <a:cs typeface="Intel Clear" panose="020B0604020203020204" pitchFamily="34" charset="0"/>
              </a:defRPr>
            </a:lvl5pPr>
            <a:lvl6pPr>
              <a:defRPr lang="en-US" sz="1200" dirty="0" smtClean="0"/>
            </a:lvl6pPr>
          </a:lstStyle>
          <a:p>
            <a:pPr marL="174625" lvl="0" indent="-174625">
              <a:spcBef>
                <a:spcPts val="60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/>
              <a:t>Click to edit Master text styles</a:t>
            </a:r>
          </a:p>
          <a:p>
            <a:pPr marL="174625" lvl="1" indent="-174625">
              <a:spcBef>
                <a:spcPts val="60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/>
              <a:t>Second level</a:t>
            </a:r>
          </a:p>
          <a:p>
            <a:pPr marL="174625" lvl="2" indent="-174625">
              <a:spcBef>
                <a:spcPts val="60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/>
              <a:t>Third level</a:t>
            </a:r>
          </a:p>
          <a:p>
            <a:pPr marL="174625" lvl="3" indent="-174625">
              <a:spcBef>
                <a:spcPts val="60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/>
              <a:t>Fourth level</a:t>
            </a:r>
          </a:p>
          <a:p>
            <a:pPr marL="174625" lvl="4" indent="-174625">
              <a:spcBef>
                <a:spcPts val="60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/>
              <a:t>Fifth level</a:t>
            </a:r>
            <a:endParaRPr lang="en-US" dirty="0"/>
          </a:p>
        </p:txBody>
      </p:sp>
      <p:sp>
        <p:nvSpPr>
          <p:cNvPr id="17" name="Text Placeholder 2"/>
          <p:cNvSpPr>
            <a:spLocks noGrp="1"/>
          </p:cNvSpPr>
          <p:nvPr>
            <p:ph idx="1"/>
          </p:nvPr>
        </p:nvSpPr>
        <p:spPr>
          <a:xfrm>
            <a:off x="325040" y="1002264"/>
            <a:ext cx="11538800" cy="2400896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>
            <a:lvl1pPr>
              <a:defRPr lang="en-US" b="0" dirty="0" smtClean="0">
                <a:solidFill>
                  <a:srgbClr val="0071C5"/>
                </a:solidFill>
                <a:cs typeface="Intel Clear" panose="020B0604020203020204" pitchFamily="34" charset="0"/>
              </a:defRPr>
            </a:lvl1pPr>
            <a:lvl3pPr>
              <a:defRPr lang="en-US" sz="1600" dirty="0" smtClean="0">
                <a:solidFill>
                  <a:schemeClr val="tx2"/>
                </a:solidFill>
                <a:cs typeface="Intel Clear" panose="020B0604020203020204" pitchFamily="34" charset="0"/>
              </a:defRPr>
            </a:lvl3pPr>
            <a:lvl4pPr>
              <a:defRPr lang="en-US" sz="1400" dirty="0" smtClean="0">
                <a:solidFill>
                  <a:schemeClr val="tx2"/>
                </a:solidFill>
                <a:cs typeface="Intel Clear" panose="020B0604020203020204" pitchFamily="34" charset="0"/>
              </a:defRPr>
            </a:lvl4pPr>
            <a:lvl5pPr>
              <a:defRPr lang="en-US" sz="1400" dirty="0" smtClean="0">
                <a:solidFill>
                  <a:schemeClr val="tx2"/>
                </a:solidFill>
                <a:cs typeface="Intel Clear" panose="020B0604020203020204" pitchFamily="34" charset="0"/>
              </a:defRPr>
            </a:lvl5pPr>
            <a:lvl6pPr>
              <a:defRPr lang="en-US" sz="1200" dirty="0" smtClean="0"/>
            </a:lvl6pPr>
          </a:lstStyle>
          <a:p>
            <a:pPr marL="174625" lvl="0" indent="-174625">
              <a:spcBef>
                <a:spcPts val="60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/>
              <a:t>Click to edit Master text styles</a:t>
            </a:r>
          </a:p>
          <a:p>
            <a:pPr marL="174625" lvl="1" indent="-174625">
              <a:spcBef>
                <a:spcPts val="60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/>
              <a:t>Second level</a:t>
            </a:r>
          </a:p>
          <a:p>
            <a:pPr marL="174625" lvl="2" indent="-174625">
              <a:spcBef>
                <a:spcPts val="60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/>
              <a:t>Third level</a:t>
            </a:r>
          </a:p>
          <a:p>
            <a:pPr marL="174625" lvl="3" indent="-174625">
              <a:spcBef>
                <a:spcPts val="60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/>
              <a:t>Fourth level</a:t>
            </a:r>
          </a:p>
          <a:p>
            <a:pPr marL="174625" lvl="4" indent="-174625">
              <a:spcBef>
                <a:spcPts val="60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5133936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White Section Brea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607484" y="2810750"/>
            <a:ext cx="10363200" cy="1362075"/>
          </a:xfrm>
        </p:spPr>
        <p:txBody>
          <a:bodyPr wrap="square" anchor="b" anchorCtr="0">
            <a:noAutofit/>
          </a:bodyPr>
          <a:lstStyle>
            <a:lvl1pPr algn="l">
              <a:lnSpc>
                <a:spcPct val="80000"/>
              </a:lnSpc>
              <a:defRPr sz="5400" b="0" cap="none" spc="0" baseline="0">
                <a:solidFill>
                  <a:schemeClr val="tx2">
                    <a:alpha val="90000"/>
                  </a:schemeClr>
                </a:solidFill>
                <a:latin typeface="Intel Clear Pro" panose="020B0804020202060201" pitchFamily="34" charset="0"/>
                <a:cs typeface="Intel Clear Pro" panose="020B0804020202060201" pitchFamily="34" charset="0"/>
              </a:defRPr>
            </a:lvl1pPr>
          </a:lstStyle>
          <a:p>
            <a:r>
              <a:rPr lang="en-US" dirty="0"/>
              <a:t>white section break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607484" y="4321534"/>
            <a:ext cx="10363200" cy="1500187"/>
          </a:xfrm>
        </p:spPr>
        <p:txBody>
          <a:bodyPr anchor="t" anchorCtr="0">
            <a:normAutofit/>
          </a:bodyPr>
          <a:lstStyle>
            <a:lvl1pPr marL="0" indent="0">
              <a:spcBef>
                <a:spcPts val="0"/>
              </a:spcBef>
              <a:buNone/>
              <a:defRPr sz="1600" b="0" baseline="0">
                <a:solidFill>
                  <a:schemeClr val="accent2"/>
                </a:solidFill>
                <a:latin typeface="+mn-lt"/>
                <a:cs typeface="Intel Clear" panose="020B0604020203020204" pitchFamily="34" charset="0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16pt Intel Clear Subhead</a:t>
            </a: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163136" y="6419405"/>
            <a:ext cx="2844800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800">
                <a:solidFill>
                  <a:schemeClr val="bg1"/>
                </a:solidFill>
                <a:latin typeface="+mn-lt"/>
                <a:cs typeface="Intel Clear"/>
              </a:defRPr>
            </a:lvl1pPr>
          </a:lstStyle>
          <a:p>
            <a:fld id="{CE0C4F26-4E1D-4219-8C2A-74E26B9AE9E7}" type="slidenum">
              <a:rPr lang="en-US" smtClean="0"/>
              <a:t>‹#›</a:t>
            </a:fld>
            <a:endParaRPr lang="en-US"/>
          </a:p>
        </p:txBody>
      </p:sp>
      <p:sp>
        <p:nvSpPr>
          <p:cNvPr id="7" name="Footer Placeholder 7"/>
          <p:cNvSpPr>
            <a:spLocks noGrp="1"/>
          </p:cNvSpPr>
          <p:nvPr>
            <p:ph type="ftr" sz="quarter" idx="3"/>
          </p:nvPr>
        </p:nvSpPr>
        <p:spPr>
          <a:xfrm>
            <a:off x="4038600" y="6418878"/>
            <a:ext cx="4114800" cy="36618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800"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  <p:sp>
        <p:nvSpPr>
          <p:cNvPr id="8" name="Date Placeholder 6"/>
          <p:cNvSpPr>
            <a:spLocks noGrp="1"/>
          </p:cNvSpPr>
          <p:nvPr>
            <p:ph type="dt" sz="half" idx="2"/>
          </p:nvPr>
        </p:nvSpPr>
        <p:spPr>
          <a:xfrm>
            <a:off x="2279381" y="6418878"/>
            <a:ext cx="1277264" cy="36618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800">
                <a:solidFill>
                  <a:schemeClr val="bg1"/>
                </a:solidFill>
              </a:defRPr>
            </a:lvl1pPr>
          </a:lstStyle>
          <a:p>
            <a:fld id="{0B84DAD8-37FF-4F12-B827-E4C3AD4E6319}" type="datetimeFigureOut">
              <a:rPr lang="en-US" smtClean="0"/>
              <a:t>11/13/2025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11875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Blue Section Break">
    <p:bg>
      <p:bgPr>
        <a:gradFill flip="none" rotWithShape="1">
          <a:gsLst>
            <a:gs pos="32000">
              <a:schemeClr val="tx2"/>
            </a:gs>
            <a:gs pos="95000">
              <a:srgbClr val="009FDF"/>
            </a:gs>
            <a:gs pos="78000">
              <a:srgbClr val="0071C5"/>
            </a:gs>
          </a:gsLst>
          <a:lin ang="19860000" scaled="0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607484" y="2810750"/>
            <a:ext cx="10363200" cy="1362075"/>
          </a:xfrm>
        </p:spPr>
        <p:txBody>
          <a:bodyPr wrap="square" anchor="b" anchorCtr="0">
            <a:noAutofit/>
          </a:bodyPr>
          <a:lstStyle>
            <a:lvl1pPr algn="l">
              <a:lnSpc>
                <a:spcPct val="80000"/>
              </a:lnSpc>
              <a:defRPr sz="5400" b="0" cap="none" spc="0" baseline="0">
                <a:solidFill>
                  <a:schemeClr val="bg1">
                    <a:alpha val="90000"/>
                  </a:schemeClr>
                </a:solidFill>
                <a:latin typeface="Intel Clear Pro" panose="020B0804020202060201" pitchFamily="34" charset="0"/>
                <a:cs typeface="Intel Clear Pro" panose="020B0804020202060201" pitchFamily="34" charset="0"/>
              </a:defRPr>
            </a:lvl1pPr>
          </a:lstStyle>
          <a:p>
            <a:r>
              <a:rPr lang="en-US" dirty="0"/>
              <a:t>blue section break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607484" y="4321534"/>
            <a:ext cx="10363200" cy="1500187"/>
          </a:xfrm>
        </p:spPr>
        <p:txBody>
          <a:bodyPr anchor="t" anchorCtr="0">
            <a:normAutofit/>
          </a:bodyPr>
          <a:lstStyle>
            <a:lvl1pPr marL="0" indent="0">
              <a:spcBef>
                <a:spcPts val="0"/>
              </a:spcBef>
              <a:buNone/>
              <a:defRPr sz="1600" b="0" i="0" baseline="0">
                <a:solidFill>
                  <a:srgbClr val="F3D54E"/>
                </a:solidFill>
                <a:latin typeface="Intel Clear"/>
                <a:cs typeface="Intel Clear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16pt Intel Clear Subhead</a:t>
            </a:r>
          </a:p>
        </p:txBody>
      </p:sp>
      <p:sp>
        <p:nvSpPr>
          <p:cNvPr id="4" name="Title 1"/>
          <p:cNvSpPr>
            <a:spLocks noGrp="1"/>
          </p:cNvSpPr>
          <p:nvPr>
            <p:ph type="title" hasCustomPrompt="1"/>
          </p:nvPr>
        </p:nvSpPr>
        <p:spPr>
          <a:xfrm>
            <a:off x="607484" y="2810750"/>
            <a:ext cx="10363200" cy="1362075"/>
          </a:xfrm>
        </p:spPr>
        <p:txBody>
          <a:bodyPr anchor="b" anchorCtr="0">
            <a:noAutofit/>
          </a:bodyPr>
          <a:lstStyle>
            <a:lvl1pPr algn="l">
              <a:lnSpc>
                <a:spcPct val="80000"/>
              </a:lnSpc>
              <a:defRPr sz="5400" b="0" cap="none" spc="0" baseline="0">
                <a:solidFill>
                  <a:schemeClr val="bg1">
                    <a:alpha val="90000"/>
                  </a:schemeClr>
                </a:solidFill>
                <a:latin typeface="Intel Clear Pro" panose="020B0804020202060201" pitchFamily="34" charset="0"/>
                <a:cs typeface="Intel Clear Pro" panose="020B0804020202060201" pitchFamily="34" charset="0"/>
              </a:defRPr>
            </a:lvl1pPr>
          </a:lstStyle>
          <a:p>
            <a:r>
              <a:rPr lang="en-US" dirty="0"/>
              <a:t>54pt Intel Clear Pro</a:t>
            </a:r>
            <a:br>
              <a:rPr lang="en-US" dirty="0"/>
            </a:br>
            <a:r>
              <a:rPr lang="en-US" dirty="0"/>
              <a:t>blue section break</a:t>
            </a:r>
          </a:p>
        </p:txBody>
      </p:sp>
      <p:sp>
        <p:nvSpPr>
          <p:cNvPr id="5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607484" y="4321534"/>
            <a:ext cx="10363200" cy="1500187"/>
          </a:xfrm>
        </p:spPr>
        <p:txBody>
          <a:bodyPr anchor="t" anchorCtr="0">
            <a:noAutofit/>
          </a:bodyPr>
          <a:lstStyle>
            <a:lvl1pPr marL="0" indent="0">
              <a:buNone/>
              <a:defRPr sz="1600" b="0" i="0" baseline="0">
                <a:solidFill>
                  <a:srgbClr val="F3D54E"/>
                </a:solidFill>
                <a:latin typeface="Intel Clear"/>
                <a:cs typeface="Intel Clear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16pt Intel Clear Subhead</a:t>
            </a:r>
          </a:p>
        </p:txBody>
      </p:sp>
    </p:spTree>
    <p:extLst>
      <p:ext uri="{BB962C8B-B14F-4D97-AF65-F5344CB8AC3E}">
        <p14:creationId xmlns:p14="http://schemas.microsoft.com/office/powerpoint/2010/main" val="313920207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Attribu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323929" y="1007168"/>
            <a:ext cx="11537795" cy="5165035"/>
          </a:xfrm>
        </p:spPr>
        <p:txBody>
          <a:bodyPr anchor="ctr" anchorCtr="0"/>
          <a:lstStyle>
            <a:lvl1pPr marL="0" indent="0">
              <a:buNone/>
              <a:defRPr sz="3600" b="1" baseline="0">
                <a:solidFill>
                  <a:schemeClr val="accent1"/>
                </a:solidFill>
                <a:latin typeface="+mn-lt"/>
                <a:cs typeface="Intel Clear"/>
              </a:defRPr>
            </a:lvl1pPr>
            <a:lvl2pPr marL="417513" indent="-225425">
              <a:spcBef>
                <a:spcPts val="600"/>
              </a:spcBef>
              <a:buFont typeface="Intel Clear" pitchFamily="34" charset="0"/>
              <a:buChar char="–"/>
              <a:defRPr sz="1200" baseline="0">
                <a:latin typeface="+mn-lt"/>
                <a:cs typeface="Intel Clear" panose="020B0604020203020204" pitchFamily="34" charset="0"/>
              </a:defRPr>
            </a:lvl2pPr>
            <a:lvl3pPr marL="685800" indent="-228600">
              <a:spcBef>
                <a:spcPts val="600"/>
              </a:spcBef>
              <a:buFont typeface="Intel Clear" pitchFamily="34" charset="0"/>
              <a:buChar char="–"/>
              <a:defRPr sz="1200">
                <a:latin typeface="+mn-lt"/>
              </a:defRPr>
            </a:lvl3pPr>
            <a:lvl4pPr>
              <a:spcBef>
                <a:spcPts val="600"/>
              </a:spcBef>
              <a:buFont typeface="Intel Clear" pitchFamily="34" charset="0"/>
              <a:buChar char="–"/>
              <a:defRPr sz="1100">
                <a:latin typeface="+mn-lt"/>
              </a:defRPr>
            </a:lvl4pPr>
            <a:lvl5pPr>
              <a:spcBef>
                <a:spcPts val="600"/>
              </a:spcBef>
              <a:buFont typeface="Intel Clear" pitchFamily="34" charset="0"/>
              <a:buChar char="–"/>
              <a:defRPr sz="1050">
                <a:latin typeface="+mn-lt"/>
              </a:defRPr>
            </a:lvl5pPr>
          </a:lstStyle>
          <a:p>
            <a:pPr lvl="0"/>
            <a:r>
              <a:rPr lang="en-US" dirty="0"/>
              <a:t>“36pt Intel Clear Bold Text”</a:t>
            </a:r>
          </a:p>
          <a:p>
            <a:pPr lvl="1"/>
            <a:r>
              <a:rPr lang="en-US" dirty="0"/>
              <a:t>12pt Attribution</a:t>
            </a:r>
          </a:p>
        </p:txBody>
      </p:sp>
      <p:sp>
        <p:nvSpPr>
          <p:cNvPr id="8" name="Title Placeholder 1"/>
          <p:cNvSpPr>
            <a:spLocks noGrp="1"/>
          </p:cNvSpPr>
          <p:nvPr>
            <p:ph type="title"/>
          </p:nvPr>
        </p:nvSpPr>
        <p:spPr>
          <a:xfrm>
            <a:off x="323928" y="362356"/>
            <a:ext cx="11539912" cy="566965"/>
          </a:xfrm>
          <a:prstGeom prst="rect">
            <a:avLst/>
          </a:prstGeom>
        </p:spPr>
        <p:txBody>
          <a:bodyPr vert="horz" wrap="none" lIns="0" tIns="0" rIns="0" bIns="0" rtlCol="0" anchor="t" anchorCtr="0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163136" y="6419405"/>
            <a:ext cx="2844800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800">
                <a:solidFill>
                  <a:schemeClr val="bg1"/>
                </a:solidFill>
                <a:latin typeface="+mn-lt"/>
                <a:cs typeface="Intel Clear"/>
              </a:defRPr>
            </a:lvl1pPr>
          </a:lstStyle>
          <a:p>
            <a:fld id="{CE0C4F26-4E1D-4219-8C2A-74E26B9AE9E7}" type="slidenum">
              <a:rPr lang="en-US" smtClean="0"/>
              <a:t>‹#›</a:t>
            </a:fld>
            <a:endParaRPr lang="en-US"/>
          </a:p>
        </p:txBody>
      </p:sp>
      <p:sp>
        <p:nvSpPr>
          <p:cNvPr id="10" name="Footer Placeholder 7"/>
          <p:cNvSpPr>
            <a:spLocks noGrp="1"/>
          </p:cNvSpPr>
          <p:nvPr>
            <p:ph type="ftr" sz="quarter" idx="3"/>
          </p:nvPr>
        </p:nvSpPr>
        <p:spPr>
          <a:xfrm>
            <a:off x="4038600" y="6418878"/>
            <a:ext cx="4114800" cy="36618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800"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  <p:sp>
        <p:nvSpPr>
          <p:cNvPr id="11" name="Date Placeholder 6"/>
          <p:cNvSpPr>
            <a:spLocks noGrp="1"/>
          </p:cNvSpPr>
          <p:nvPr>
            <p:ph type="dt" sz="half" idx="2"/>
          </p:nvPr>
        </p:nvSpPr>
        <p:spPr>
          <a:xfrm>
            <a:off x="2279381" y="6418878"/>
            <a:ext cx="1277264" cy="36618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800">
                <a:solidFill>
                  <a:schemeClr val="bg1"/>
                </a:solidFill>
              </a:defRPr>
            </a:lvl1pPr>
          </a:lstStyle>
          <a:p>
            <a:fld id="{0B84DAD8-37FF-4F12-B827-E4C3AD4E6319}" type="datetimeFigureOut">
              <a:rPr lang="en-US" smtClean="0"/>
              <a:t>11/13/2025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07826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Hero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607484" y="2979843"/>
            <a:ext cx="10363200" cy="1966912"/>
          </a:xfrm>
        </p:spPr>
        <p:txBody>
          <a:bodyPr anchor="t" anchorCtr="0">
            <a:noAutofit/>
          </a:bodyPr>
          <a:lstStyle>
            <a:lvl1pPr marL="0" indent="0">
              <a:buNone/>
              <a:defRPr sz="4000" b="0" baseline="0">
                <a:solidFill>
                  <a:schemeClr val="accent2"/>
                </a:solidFill>
                <a:latin typeface="Intel Clear"/>
                <a:ea typeface="Intel Clear"/>
                <a:cs typeface="Intel Clear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For content that is not a section, but has a big idea in text only.</a:t>
            </a:r>
          </a:p>
        </p:txBody>
      </p:sp>
      <p:sp>
        <p:nvSpPr>
          <p:cNvPr id="7" name="Title 1"/>
          <p:cNvSpPr>
            <a:spLocks noGrp="1"/>
          </p:cNvSpPr>
          <p:nvPr>
            <p:ph type="title" hasCustomPrompt="1"/>
          </p:nvPr>
        </p:nvSpPr>
        <p:spPr>
          <a:xfrm>
            <a:off x="607484" y="1469060"/>
            <a:ext cx="10363200" cy="1362075"/>
          </a:xfrm>
        </p:spPr>
        <p:txBody>
          <a:bodyPr wrap="square" anchor="b" anchorCtr="0">
            <a:noAutofit/>
          </a:bodyPr>
          <a:lstStyle>
            <a:lvl1pPr algn="l">
              <a:lnSpc>
                <a:spcPct val="80000"/>
              </a:lnSpc>
              <a:defRPr sz="4000" b="0" cap="none" spc="0" baseline="0">
                <a:solidFill>
                  <a:schemeClr val="tx2"/>
                </a:solidFill>
                <a:latin typeface="Intel Clear" panose="020B0604020203020204" pitchFamily="34" charset="0"/>
                <a:ea typeface="Intel Clear" panose="020B0604020203020204" pitchFamily="34" charset="0"/>
                <a:cs typeface="Intel Clear" panose="020B0604020203020204" pitchFamily="34" charset="0"/>
              </a:defRPr>
            </a:lvl1pPr>
          </a:lstStyle>
          <a:p>
            <a:r>
              <a:rPr lang="en-US" dirty="0"/>
              <a:t>40pt Intel Clear Heading</a:t>
            </a:r>
          </a:p>
        </p:txBody>
      </p:sp>
      <p:sp>
        <p:nvSpPr>
          <p:cNvPr id="8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163136" y="6419405"/>
            <a:ext cx="2844800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800">
                <a:solidFill>
                  <a:schemeClr val="bg1"/>
                </a:solidFill>
                <a:latin typeface="+mn-lt"/>
                <a:cs typeface="Intel Clear"/>
              </a:defRPr>
            </a:lvl1pPr>
          </a:lstStyle>
          <a:p>
            <a:fld id="{CE0C4F26-4E1D-4219-8C2A-74E26B9AE9E7}" type="slidenum">
              <a:rPr lang="en-US" smtClean="0"/>
              <a:t>‹#›</a:t>
            </a:fld>
            <a:endParaRPr lang="en-US"/>
          </a:p>
        </p:txBody>
      </p:sp>
      <p:sp>
        <p:nvSpPr>
          <p:cNvPr id="9" name="Footer Placeholder 7"/>
          <p:cNvSpPr>
            <a:spLocks noGrp="1"/>
          </p:cNvSpPr>
          <p:nvPr>
            <p:ph type="ftr" sz="quarter" idx="3"/>
          </p:nvPr>
        </p:nvSpPr>
        <p:spPr>
          <a:xfrm>
            <a:off x="4038600" y="6418878"/>
            <a:ext cx="4114800" cy="36618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800"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  <p:sp>
        <p:nvSpPr>
          <p:cNvPr id="10" name="Date Placeholder 6"/>
          <p:cNvSpPr>
            <a:spLocks noGrp="1"/>
          </p:cNvSpPr>
          <p:nvPr>
            <p:ph type="dt" sz="half" idx="2"/>
          </p:nvPr>
        </p:nvSpPr>
        <p:spPr>
          <a:xfrm>
            <a:off x="2279381" y="6418878"/>
            <a:ext cx="1277264" cy="36618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800">
                <a:solidFill>
                  <a:schemeClr val="bg1"/>
                </a:solidFill>
              </a:defRPr>
            </a:lvl1pPr>
          </a:lstStyle>
          <a:p>
            <a:fld id="{0B84DAD8-37FF-4F12-B827-E4C3AD4E6319}" type="datetimeFigureOut">
              <a:rPr lang="en-US" smtClean="0"/>
              <a:t>11/13/2025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24172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2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ack Cover DCPAE">
    <p:bg>
      <p:bgPr>
        <a:gradFill flip="none" rotWithShape="1">
          <a:gsLst>
            <a:gs pos="32000">
              <a:schemeClr val="tx2"/>
            </a:gs>
            <a:gs pos="95000">
              <a:srgbClr val="009FDF"/>
            </a:gs>
            <a:gs pos="78000">
              <a:srgbClr val="0071C5"/>
            </a:gs>
          </a:gsLst>
          <a:lin ang="19860000" scaled="0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51187" y="2893926"/>
            <a:ext cx="4881390" cy="10901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43838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2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ack Cover Intel">
    <p:bg>
      <p:bgPr>
        <a:gradFill flip="none" rotWithShape="1">
          <a:gsLst>
            <a:gs pos="32000">
              <a:schemeClr val="tx2"/>
            </a:gs>
            <a:gs pos="95000">
              <a:srgbClr val="009FDF"/>
            </a:gs>
            <a:gs pos="78000">
              <a:srgbClr val="0071C5"/>
            </a:gs>
          </a:gsLst>
          <a:lin ang="19860000" scaled="0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 descr="\\.psf\Home\Desktop\Intel.pn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36577" y="2500173"/>
            <a:ext cx="2811727" cy="1853184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62952132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2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1_Blue Section Break">
    <p:bg>
      <p:bgPr>
        <a:gradFill flip="none" rotWithShape="1">
          <a:gsLst>
            <a:gs pos="32000">
              <a:schemeClr val="tx2"/>
            </a:gs>
            <a:gs pos="95000">
              <a:srgbClr val="009FDF"/>
            </a:gs>
            <a:gs pos="78000">
              <a:srgbClr val="0071C5"/>
            </a:gs>
          </a:gsLst>
          <a:lin ang="19860000" scaled="0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607484" y="2810750"/>
            <a:ext cx="10363200" cy="1362075"/>
          </a:xfrm>
        </p:spPr>
        <p:txBody>
          <a:bodyPr anchor="b" anchorCtr="0">
            <a:noAutofit/>
          </a:bodyPr>
          <a:lstStyle>
            <a:lvl1pPr algn="l">
              <a:lnSpc>
                <a:spcPct val="80000"/>
              </a:lnSpc>
              <a:defRPr sz="5400" b="0" cap="none" spc="0" baseline="0">
                <a:solidFill>
                  <a:schemeClr val="bg1">
                    <a:alpha val="90000"/>
                  </a:schemeClr>
                </a:solidFill>
                <a:latin typeface="Intel Clear Pro" panose="020B0804020202060201" pitchFamily="34" charset="0"/>
                <a:cs typeface="Intel Clear Pro" panose="020B0804020202060201" pitchFamily="34" charset="0"/>
              </a:defRPr>
            </a:lvl1pPr>
          </a:lstStyle>
          <a:p>
            <a:r>
              <a:rPr lang="en-US" dirty="0"/>
              <a:t>54pt Intel Clear Pro</a:t>
            </a:r>
            <a:br>
              <a:rPr lang="en-US" dirty="0"/>
            </a:br>
            <a:r>
              <a:rPr lang="en-US" dirty="0"/>
              <a:t>blue section break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607484" y="4321534"/>
            <a:ext cx="10363200" cy="1500187"/>
          </a:xfrm>
        </p:spPr>
        <p:txBody>
          <a:bodyPr anchor="t" anchorCtr="0">
            <a:noAutofit/>
          </a:bodyPr>
          <a:lstStyle>
            <a:lvl1pPr marL="0" indent="0">
              <a:buNone/>
              <a:defRPr sz="1600" b="0" i="0" baseline="0">
                <a:solidFill>
                  <a:srgbClr val="F3D54E"/>
                </a:solidFill>
                <a:latin typeface="Intel Clear"/>
                <a:cs typeface="Intel Clear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16pt Intel Clear Subhead</a:t>
            </a:r>
          </a:p>
        </p:txBody>
      </p:sp>
    </p:spTree>
    <p:extLst>
      <p:ext uri="{BB962C8B-B14F-4D97-AF65-F5344CB8AC3E}">
        <p14:creationId xmlns:p14="http://schemas.microsoft.com/office/powerpoint/2010/main" val="87073195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2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Slide with Image">
    <p:bg>
      <p:bgPr>
        <a:gradFill>
          <a:gsLst>
            <a:gs pos="30000">
              <a:schemeClr val="tx2"/>
            </a:gs>
            <a:gs pos="100000">
              <a:srgbClr val="009FDF"/>
            </a:gs>
            <a:gs pos="65000">
              <a:srgbClr val="0071C5"/>
            </a:gs>
          </a:gsLst>
          <a:lin ang="1986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icture Placeholder 8"/>
          <p:cNvSpPr>
            <a:spLocks noGrp="1"/>
          </p:cNvSpPr>
          <p:nvPr>
            <p:ph type="pic" sz="quarter" idx="13" hasCustomPrompt="1"/>
          </p:nvPr>
        </p:nvSpPr>
        <p:spPr>
          <a:xfrm>
            <a:off x="0" y="1"/>
            <a:ext cx="12192000" cy="6358467"/>
          </a:xfrm>
          <a:solidFill>
            <a:schemeClr val="bg2">
              <a:lumMod val="60000"/>
              <a:lumOff val="40000"/>
            </a:schemeClr>
          </a:solidFill>
        </p:spPr>
        <p:txBody>
          <a:bodyPr/>
          <a:lstStyle>
            <a:lvl1pPr marL="0" marR="0" indent="0" algn="l" defTabSz="4572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None/>
              <a:tabLst/>
              <a:defRPr baseline="0"/>
            </a:lvl1pPr>
          </a:lstStyle>
          <a:p>
            <a:r>
              <a:rPr lang="en-US" dirty="0"/>
              <a:t>Insert photo here. Drag picture to placeholder or click icon to add.</a:t>
            </a:r>
          </a:p>
        </p:txBody>
      </p:sp>
      <p:pic>
        <p:nvPicPr>
          <p:cNvPr id="9" name="Picture 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602397" y="510893"/>
            <a:ext cx="1664066" cy="1106467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3" name="Title 1"/>
          <p:cNvSpPr>
            <a:spLocks noGrp="1"/>
          </p:cNvSpPr>
          <p:nvPr>
            <p:ph type="ctrTitle" hasCustomPrompt="1"/>
          </p:nvPr>
        </p:nvSpPr>
        <p:spPr>
          <a:xfrm>
            <a:off x="592916" y="3305898"/>
            <a:ext cx="10950515" cy="1470025"/>
          </a:xfrm>
        </p:spPr>
        <p:txBody>
          <a:bodyPr lIns="0" rIns="0" anchor="b" anchorCtr="0">
            <a:noAutofit/>
          </a:bodyPr>
          <a:lstStyle>
            <a:lvl1pPr>
              <a:lnSpc>
                <a:spcPct val="80000"/>
              </a:lnSpc>
              <a:defRPr sz="6500" b="0" spc="0" baseline="0">
                <a:solidFill>
                  <a:schemeClr val="bg1">
                    <a:alpha val="90000"/>
                  </a:schemeClr>
                </a:solidFill>
                <a:latin typeface="Intel Clear Pro" panose="020B0804020202060201" pitchFamily="34" charset="0"/>
                <a:cs typeface="Intel Clear Pro" panose="020B0804020202060201" pitchFamily="34" charset="0"/>
              </a:defRPr>
            </a:lvl1pPr>
          </a:lstStyle>
          <a:p>
            <a:r>
              <a:rPr lang="en-US" dirty="0"/>
              <a:t>65pt Intel Clear pro Title</a:t>
            </a:r>
            <a:br>
              <a:rPr lang="en-US" dirty="0"/>
            </a:br>
            <a:r>
              <a:rPr lang="en-US" dirty="0"/>
              <a:t>with image</a:t>
            </a:r>
          </a:p>
        </p:txBody>
      </p:sp>
      <p:sp>
        <p:nvSpPr>
          <p:cNvPr id="14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607484" y="4657345"/>
            <a:ext cx="8440283" cy="1233813"/>
          </a:xfrm>
        </p:spPr>
        <p:txBody>
          <a:bodyPr lIns="0" rIns="0">
            <a:noAutofit/>
          </a:bodyPr>
          <a:lstStyle>
            <a:lvl1pPr marL="0" indent="0" algn="l">
              <a:buNone/>
              <a:defRPr sz="1600" b="0" i="0" baseline="0">
                <a:solidFill>
                  <a:schemeClr val="accent3"/>
                </a:solidFill>
                <a:latin typeface="Intel Clear"/>
                <a:cs typeface="Intel Clear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16pt Intel Clear Subhead, Date, Etc.</a:t>
            </a:r>
          </a:p>
        </p:txBody>
      </p:sp>
    </p:spTree>
    <p:extLst>
      <p:ext uri="{BB962C8B-B14F-4D97-AF65-F5344CB8AC3E}">
        <p14:creationId xmlns:p14="http://schemas.microsoft.com/office/powerpoint/2010/main" val="33740918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Bullet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0C4F26-4E1D-4219-8C2A-74E26B9AE9E7}" type="slidenum">
              <a:rPr lang="en-US" smtClean="0"/>
              <a:t>‹#›</a:t>
            </a:fld>
            <a:endParaRPr lang="en-US"/>
          </a:p>
        </p:txBody>
      </p:sp>
      <p:sp>
        <p:nvSpPr>
          <p:cNvPr id="7" name="Title 6"/>
          <p:cNvSpPr>
            <a:spLocks noGrp="1"/>
          </p:cNvSpPr>
          <p:nvPr>
            <p:ph type="title" hasCustomPrompt="1"/>
          </p:nvPr>
        </p:nvSpPr>
        <p:spPr>
          <a:xfrm>
            <a:off x="607484" y="411797"/>
            <a:ext cx="10972800" cy="1158240"/>
          </a:xfrm>
        </p:spPr>
        <p:txBody>
          <a:bodyPr/>
          <a:lstStyle>
            <a:lvl1pPr>
              <a:defRPr b="0" i="0" baseline="0">
                <a:solidFill>
                  <a:schemeClr val="tx2"/>
                </a:solidFill>
                <a:latin typeface="Intel Clear"/>
                <a:cs typeface="Intel Clear"/>
              </a:defRPr>
            </a:lvl1pPr>
          </a:lstStyle>
          <a:p>
            <a:r>
              <a:rPr lang="en-US" dirty="0"/>
              <a:t>28pt Intel Clear Headline</a:t>
            </a:r>
          </a:p>
        </p:txBody>
      </p:sp>
      <p:sp>
        <p:nvSpPr>
          <p:cNvPr id="9" name="Content Placeholder 8"/>
          <p:cNvSpPr>
            <a:spLocks noGrp="1"/>
          </p:cNvSpPr>
          <p:nvPr>
            <p:ph sz="quarter" idx="13" hasCustomPrompt="1"/>
          </p:nvPr>
        </p:nvSpPr>
        <p:spPr>
          <a:xfrm>
            <a:off x="607484" y="1604434"/>
            <a:ext cx="10970683" cy="4567767"/>
          </a:xfrm>
        </p:spPr>
        <p:txBody>
          <a:bodyPr/>
          <a:lstStyle>
            <a:lvl1pPr>
              <a:defRPr>
                <a:solidFill>
                  <a:srgbClr val="0071C5"/>
                </a:solidFill>
              </a:defRPr>
            </a:lvl1pPr>
            <a:lvl2pPr>
              <a:defRPr sz="1800">
                <a:solidFill>
                  <a:schemeClr val="tx2"/>
                </a:solidFill>
              </a:defRPr>
            </a:lvl2pPr>
            <a:lvl3pPr>
              <a:defRPr sz="1800">
                <a:solidFill>
                  <a:schemeClr val="tx2"/>
                </a:solidFill>
              </a:defRPr>
            </a:lvl3pPr>
            <a:lvl4pPr>
              <a:defRPr sz="1600"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US" dirty="0"/>
              <a:t>18pt Intel Clear body text</a:t>
            </a:r>
          </a:p>
          <a:p>
            <a:pPr lvl="1"/>
            <a:r>
              <a:rPr lang="en-US" dirty="0"/>
              <a:t>18pt Intel Clear bullet one</a:t>
            </a:r>
          </a:p>
          <a:p>
            <a:pPr lvl="2"/>
            <a:r>
              <a:rPr lang="en-US" dirty="0"/>
              <a:t>18pt Intel Clear sub-bullet</a:t>
            </a:r>
          </a:p>
          <a:p>
            <a:pPr lvl="3"/>
            <a:r>
              <a:rPr lang="en-US" dirty="0"/>
              <a:t>16pt Intel Clear fourth level</a:t>
            </a:r>
          </a:p>
          <a:p>
            <a:pPr lvl="4"/>
            <a:r>
              <a:rPr lang="en-US" dirty="0" err="1"/>
              <a:t>14pt</a:t>
            </a:r>
            <a:r>
              <a:rPr lang="en-US" dirty="0"/>
              <a:t> Intel Clear fifth level</a:t>
            </a:r>
          </a:p>
        </p:txBody>
      </p:sp>
    </p:spTree>
    <p:extLst>
      <p:ext uri="{BB962C8B-B14F-4D97-AF65-F5344CB8AC3E}">
        <p14:creationId xmlns:p14="http://schemas.microsoft.com/office/powerpoint/2010/main" val="13757258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Content with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0C4F26-4E1D-4219-8C2A-74E26B9AE9E7}" type="slidenum">
              <a:rPr lang="en-US" smtClean="0"/>
              <a:t>‹#›</a:t>
            </a:fld>
            <a:endParaRPr lang="en-US"/>
          </a:p>
        </p:txBody>
      </p:sp>
      <p:sp>
        <p:nvSpPr>
          <p:cNvPr id="15" name="Content Placeholder 2"/>
          <p:cNvSpPr>
            <a:spLocks noGrp="1"/>
          </p:cNvSpPr>
          <p:nvPr>
            <p:ph sz="half" idx="1" hasCustomPrompt="1"/>
          </p:nvPr>
        </p:nvSpPr>
        <p:spPr>
          <a:xfrm>
            <a:off x="607485" y="1604434"/>
            <a:ext cx="5342468" cy="4567767"/>
          </a:xfrm>
        </p:spPr>
        <p:txBody>
          <a:bodyPr vert="horz" lIns="0" tIns="0" rIns="0" bIns="0" rtlCol="0">
            <a:noAutofit/>
          </a:bodyPr>
          <a:lstStyle>
            <a:lvl1pPr>
              <a:defRPr lang="en-US" dirty="0" smtClean="0"/>
            </a:lvl1pPr>
            <a:lvl2pPr>
              <a:defRPr lang="en-US" dirty="0" smtClean="0">
                <a:solidFill>
                  <a:schemeClr val="tx2"/>
                </a:solidFill>
              </a:defRPr>
            </a:lvl2pPr>
            <a:lvl3pPr>
              <a:defRPr lang="en-US" sz="1400" dirty="0" smtClean="0">
                <a:solidFill>
                  <a:schemeClr val="tx2"/>
                </a:solidFill>
              </a:defRPr>
            </a:lvl3pPr>
            <a:lvl4pPr>
              <a:defRPr lang="en-US" sz="1200" dirty="0" smtClean="0">
                <a:solidFill>
                  <a:schemeClr val="tx2"/>
                </a:solidFill>
              </a:defRPr>
            </a:lvl4pPr>
            <a:lvl5pPr>
              <a:defRPr lang="en-US" sz="1200" dirty="0">
                <a:solidFill>
                  <a:schemeClr val="tx2"/>
                </a:solidFill>
              </a:defRPr>
            </a:lvl5pPr>
          </a:lstStyle>
          <a:p>
            <a:pPr marR="0" lvl="0" fontAlgn="auto">
              <a:lnSpc>
                <a:spcPct val="100000"/>
              </a:lnSpc>
              <a:buClrTx/>
              <a:buSzTx/>
              <a:tabLst/>
            </a:pPr>
            <a:r>
              <a:rPr lang="en-US" dirty="0"/>
              <a:t>18pt Intel Clear body text</a:t>
            </a:r>
          </a:p>
          <a:p>
            <a:pPr marR="0" lvl="1" fontAlgn="auto">
              <a:lnSpc>
                <a:spcPct val="100000"/>
              </a:lnSpc>
              <a:spcAft>
                <a:spcPts val="0"/>
              </a:spcAft>
              <a:buClrTx/>
              <a:buSzTx/>
              <a:tabLst/>
            </a:pPr>
            <a:r>
              <a:rPr lang="en-US" dirty="0"/>
              <a:t>16pt Intel Clear bullet one</a:t>
            </a:r>
          </a:p>
          <a:p>
            <a:pPr lvl="2"/>
            <a:r>
              <a:rPr lang="en-US" dirty="0" err="1"/>
              <a:t>14pt</a:t>
            </a:r>
            <a:r>
              <a:rPr lang="en-US" dirty="0"/>
              <a:t> Intel Clear third level</a:t>
            </a:r>
          </a:p>
          <a:p>
            <a:pPr lvl="3"/>
            <a:r>
              <a:rPr lang="en-US" dirty="0" err="1"/>
              <a:t>12pt</a:t>
            </a:r>
            <a:r>
              <a:rPr lang="en-US" dirty="0"/>
              <a:t> Intel Clear fourth level</a:t>
            </a:r>
          </a:p>
          <a:p>
            <a:pPr lvl="4"/>
            <a:r>
              <a:rPr lang="en-US" dirty="0" err="1"/>
              <a:t>12pt</a:t>
            </a:r>
            <a:r>
              <a:rPr lang="en-US" dirty="0"/>
              <a:t> Intel Clear fifth level</a:t>
            </a:r>
          </a:p>
        </p:txBody>
      </p:sp>
      <p:sp>
        <p:nvSpPr>
          <p:cNvPr id="8" name="Title 6"/>
          <p:cNvSpPr>
            <a:spLocks noGrp="1"/>
          </p:cNvSpPr>
          <p:nvPr>
            <p:ph type="title" hasCustomPrompt="1"/>
          </p:nvPr>
        </p:nvSpPr>
        <p:spPr>
          <a:xfrm>
            <a:off x="607484" y="411797"/>
            <a:ext cx="10972800" cy="1158240"/>
          </a:xfrm>
        </p:spPr>
        <p:txBody>
          <a:bodyPr/>
          <a:lstStyle>
            <a:lvl1pPr>
              <a:defRPr b="0" i="0" baseline="0">
                <a:solidFill>
                  <a:schemeClr val="tx2"/>
                </a:solidFill>
                <a:latin typeface="Intel Clear"/>
                <a:cs typeface="Intel Clear"/>
              </a:defRPr>
            </a:lvl1pPr>
          </a:lstStyle>
          <a:p>
            <a:r>
              <a:rPr lang="en-US" dirty="0"/>
              <a:t>28pt Intel Clear Headline</a:t>
            </a:r>
          </a:p>
        </p:txBody>
      </p:sp>
      <p:sp>
        <p:nvSpPr>
          <p:cNvPr id="9" name="Picture Placeholder 8"/>
          <p:cNvSpPr>
            <a:spLocks noGrp="1"/>
          </p:cNvSpPr>
          <p:nvPr>
            <p:ph type="pic" sz="quarter" idx="13"/>
          </p:nvPr>
        </p:nvSpPr>
        <p:spPr>
          <a:xfrm>
            <a:off x="6441018" y="1257908"/>
            <a:ext cx="4241497" cy="2227933"/>
          </a:xfrm>
          <a:solidFill>
            <a:schemeClr val="bg2">
              <a:lumMod val="60000"/>
              <a:lumOff val="40000"/>
            </a:schemeClr>
          </a:solidFill>
        </p:spPr>
        <p:txBody>
          <a:bodyPr/>
          <a:lstStyle>
            <a:lvl1pPr>
              <a:defRPr sz="1800">
                <a:latin typeface="Intel Clear"/>
              </a:defRPr>
            </a:lvl1pPr>
          </a:lstStyle>
          <a:p>
            <a:r>
              <a:rPr lang="en-US" sz="1100">
                <a:latin typeface="Arial"/>
              </a:rPr>
              <a:t>Click icon to add picture</a:t>
            </a:r>
            <a:endParaRPr lang="en-US" sz="1100" dirty="0">
              <a:latin typeface="Arial"/>
            </a:endParaRPr>
          </a:p>
        </p:txBody>
      </p:sp>
      <p:sp>
        <p:nvSpPr>
          <p:cNvPr id="10" name="Picture Placeholder 8"/>
          <p:cNvSpPr>
            <a:spLocks noGrp="1"/>
          </p:cNvSpPr>
          <p:nvPr>
            <p:ph type="pic" sz="quarter" idx="14"/>
          </p:nvPr>
        </p:nvSpPr>
        <p:spPr>
          <a:xfrm>
            <a:off x="6441018" y="3791864"/>
            <a:ext cx="4241497" cy="2227933"/>
          </a:xfrm>
          <a:solidFill>
            <a:schemeClr val="bg2">
              <a:lumMod val="60000"/>
              <a:lumOff val="40000"/>
            </a:schemeClr>
          </a:solidFill>
        </p:spPr>
        <p:txBody>
          <a:bodyPr/>
          <a:lstStyle>
            <a:lvl1pPr>
              <a:defRPr sz="1800">
                <a:latin typeface="Intel Clear"/>
              </a:defRPr>
            </a:lvl1pPr>
          </a:lstStyle>
          <a:p>
            <a:r>
              <a:rPr lang="en-US" sz="1100">
                <a:latin typeface="Arial"/>
              </a:rPr>
              <a:t>Click icon to add picture</a:t>
            </a:r>
            <a:endParaRPr lang="en-US" sz="1100" dirty="0"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33072931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0C4F26-4E1D-4219-8C2A-74E26B9AE9E7}" type="slidenum">
              <a:rPr lang="en-US" smtClean="0"/>
              <a:t>‹#›</a:t>
            </a:fld>
            <a:endParaRPr lang="en-US"/>
          </a:p>
        </p:txBody>
      </p:sp>
      <p:sp>
        <p:nvSpPr>
          <p:cNvPr id="15" name="Content Placeholder 2"/>
          <p:cNvSpPr>
            <a:spLocks noGrp="1"/>
          </p:cNvSpPr>
          <p:nvPr>
            <p:ph sz="half" idx="1" hasCustomPrompt="1"/>
          </p:nvPr>
        </p:nvSpPr>
        <p:spPr>
          <a:xfrm>
            <a:off x="607485" y="1604434"/>
            <a:ext cx="5342468" cy="4567767"/>
          </a:xfrm>
        </p:spPr>
        <p:txBody>
          <a:bodyPr vert="horz" lIns="0" tIns="0" rIns="0" bIns="0" rtlCol="0">
            <a:noAutofit/>
          </a:bodyPr>
          <a:lstStyle>
            <a:lvl1pPr>
              <a:defRPr lang="en-US" dirty="0" smtClean="0"/>
            </a:lvl1pPr>
            <a:lvl2pPr>
              <a:defRPr lang="en-US" dirty="0" smtClean="0">
                <a:solidFill>
                  <a:schemeClr val="tx2"/>
                </a:solidFill>
              </a:defRPr>
            </a:lvl2pPr>
            <a:lvl3pPr>
              <a:defRPr lang="en-US" sz="1400" dirty="0" smtClean="0">
                <a:solidFill>
                  <a:schemeClr val="tx2"/>
                </a:solidFill>
              </a:defRPr>
            </a:lvl3pPr>
            <a:lvl4pPr>
              <a:defRPr lang="en-US" sz="1200" dirty="0" smtClean="0">
                <a:solidFill>
                  <a:schemeClr val="tx2"/>
                </a:solidFill>
              </a:defRPr>
            </a:lvl4pPr>
            <a:lvl5pPr>
              <a:defRPr lang="en-US" sz="1200" dirty="0">
                <a:solidFill>
                  <a:schemeClr val="tx2"/>
                </a:solidFill>
              </a:defRPr>
            </a:lvl5pPr>
          </a:lstStyle>
          <a:p>
            <a:pPr marR="0" lvl="0" fontAlgn="auto">
              <a:lnSpc>
                <a:spcPct val="100000"/>
              </a:lnSpc>
              <a:buClrTx/>
              <a:buSzTx/>
              <a:tabLst/>
            </a:pPr>
            <a:r>
              <a:rPr lang="en-US" dirty="0"/>
              <a:t>18pt Intel Clear body text</a:t>
            </a:r>
          </a:p>
          <a:p>
            <a:pPr marR="0" lvl="1" fontAlgn="auto">
              <a:lnSpc>
                <a:spcPct val="100000"/>
              </a:lnSpc>
              <a:spcAft>
                <a:spcPts val="0"/>
              </a:spcAft>
              <a:buClrTx/>
              <a:buSzTx/>
              <a:tabLst/>
            </a:pPr>
            <a:r>
              <a:rPr lang="en-US" dirty="0"/>
              <a:t>16pt Intel Clear bullet one</a:t>
            </a:r>
          </a:p>
          <a:p>
            <a:pPr lvl="2"/>
            <a:r>
              <a:rPr lang="en-US" dirty="0" err="1"/>
              <a:t>14pt</a:t>
            </a:r>
            <a:r>
              <a:rPr lang="en-US" dirty="0"/>
              <a:t> Intel Clear third level</a:t>
            </a:r>
          </a:p>
          <a:p>
            <a:pPr lvl="3"/>
            <a:r>
              <a:rPr lang="en-US" dirty="0" err="1"/>
              <a:t>12pt</a:t>
            </a:r>
            <a:r>
              <a:rPr lang="en-US" dirty="0"/>
              <a:t> Intel Clear fourth level</a:t>
            </a:r>
          </a:p>
          <a:p>
            <a:pPr lvl="4"/>
            <a:r>
              <a:rPr lang="en-US" dirty="0" err="1"/>
              <a:t>12pt</a:t>
            </a:r>
            <a:r>
              <a:rPr lang="en-US" dirty="0"/>
              <a:t> Intel Clear fifth level</a:t>
            </a:r>
          </a:p>
        </p:txBody>
      </p:sp>
      <p:sp>
        <p:nvSpPr>
          <p:cNvPr id="16" name="Content Placeholder 2"/>
          <p:cNvSpPr>
            <a:spLocks noGrp="1"/>
          </p:cNvSpPr>
          <p:nvPr>
            <p:ph sz="half" idx="13" hasCustomPrompt="1"/>
          </p:nvPr>
        </p:nvSpPr>
        <p:spPr>
          <a:xfrm>
            <a:off x="6237818" y="1604434"/>
            <a:ext cx="5340352" cy="4567767"/>
          </a:xfrm>
        </p:spPr>
        <p:txBody>
          <a:bodyPr vert="horz" lIns="0" tIns="0" rIns="0" bIns="0" rtlCol="0">
            <a:noAutofit/>
          </a:bodyPr>
          <a:lstStyle>
            <a:lvl1pPr>
              <a:defRPr lang="en-US" dirty="0" smtClean="0"/>
            </a:lvl1pPr>
            <a:lvl2pPr>
              <a:defRPr lang="en-US" dirty="0" smtClean="0">
                <a:solidFill>
                  <a:schemeClr val="tx2"/>
                </a:solidFill>
              </a:defRPr>
            </a:lvl2pPr>
            <a:lvl3pPr>
              <a:defRPr lang="en-US" sz="1400" dirty="0" smtClean="0">
                <a:solidFill>
                  <a:schemeClr val="tx2"/>
                </a:solidFill>
              </a:defRPr>
            </a:lvl3pPr>
            <a:lvl4pPr>
              <a:defRPr lang="en-US" sz="1200" dirty="0" smtClean="0">
                <a:solidFill>
                  <a:schemeClr val="tx2"/>
                </a:solidFill>
              </a:defRPr>
            </a:lvl4pPr>
            <a:lvl5pPr>
              <a:defRPr lang="en-US" sz="1200" dirty="0">
                <a:solidFill>
                  <a:schemeClr val="tx2"/>
                </a:solidFill>
              </a:defRPr>
            </a:lvl5pPr>
          </a:lstStyle>
          <a:p>
            <a:pPr marR="0" lvl="0" fontAlgn="auto">
              <a:lnSpc>
                <a:spcPct val="100000"/>
              </a:lnSpc>
              <a:buClrTx/>
              <a:buSzTx/>
              <a:tabLst/>
            </a:pPr>
            <a:r>
              <a:rPr lang="en-US" dirty="0"/>
              <a:t>18pt Intel Clear body text</a:t>
            </a:r>
          </a:p>
          <a:p>
            <a:pPr marR="0" lvl="1" fontAlgn="auto">
              <a:lnSpc>
                <a:spcPct val="100000"/>
              </a:lnSpc>
              <a:spcAft>
                <a:spcPts val="0"/>
              </a:spcAft>
              <a:buClrTx/>
              <a:buSzTx/>
              <a:tabLst/>
            </a:pPr>
            <a:r>
              <a:rPr lang="en-US" dirty="0"/>
              <a:t>16pt Intel Clear bullet one</a:t>
            </a:r>
          </a:p>
          <a:p>
            <a:pPr lvl="2"/>
            <a:r>
              <a:rPr lang="en-US" dirty="0" err="1"/>
              <a:t>14pt</a:t>
            </a:r>
            <a:r>
              <a:rPr lang="en-US" dirty="0"/>
              <a:t> Intel Clear third level</a:t>
            </a:r>
          </a:p>
          <a:p>
            <a:pPr lvl="3"/>
            <a:r>
              <a:rPr lang="en-US" dirty="0" err="1"/>
              <a:t>12pt</a:t>
            </a:r>
            <a:r>
              <a:rPr lang="en-US" dirty="0"/>
              <a:t> Intel Clear fourth level</a:t>
            </a:r>
          </a:p>
          <a:p>
            <a:pPr lvl="4"/>
            <a:r>
              <a:rPr lang="en-US" dirty="0" err="1"/>
              <a:t>12pt</a:t>
            </a:r>
            <a:r>
              <a:rPr lang="en-US" dirty="0"/>
              <a:t> Intel Clear fifth level</a:t>
            </a:r>
          </a:p>
        </p:txBody>
      </p:sp>
      <p:sp>
        <p:nvSpPr>
          <p:cNvPr id="8" name="Title 6"/>
          <p:cNvSpPr>
            <a:spLocks noGrp="1"/>
          </p:cNvSpPr>
          <p:nvPr>
            <p:ph type="title" hasCustomPrompt="1"/>
          </p:nvPr>
        </p:nvSpPr>
        <p:spPr>
          <a:xfrm>
            <a:off x="607484" y="411797"/>
            <a:ext cx="10972800" cy="1158240"/>
          </a:xfrm>
        </p:spPr>
        <p:txBody>
          <a:bodyPr/>
          <a:lstStyle>
            <a:lvl1pPr>
              <a:defRPr b="0" i="0" baseline="0">
                <a:solidFill>
                  <a:schemeClr val="tx2"/>
                </a:solidFill>
                <a:latin typeface="Intel Clear"/>
                <a:cs typeface="Intel Clear"/>
              </a:defRPr>
            </a:lvl1pPr>
          </a:lstStyle>
          <a:p>
            <a:r>
              <a:rPr lang="en-US" dirty="0"/>
              <a:t>28pt Intel Clear Headline</a:t>
            </a:r>
          </a:p>
        </p:txBody>
      </p:sp>
    </p:spTree>
    <p:extLst>
      <p:ext uri="{BB962C8B-B14F-4D97-AF65-F5344CB8AC3E}">
        <p14:creationId xmlns:p14="http://schemas.microsoft.com/office/powerpoint/2010/main" val="24904394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Quote with Attribu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607486" y="1604434"/>
            <a:ext cx="10970684" cy="4567767"/>
          </a:xfrm>
        </p:spPr>
        <p:txBody>
          <a:bodyPr anchor="ctr" anchorCtr="0"/>
          <a:lstStyle>
            <a:lvl1pPr marL="190500" indent="-190500">
              <a:defRPr sz="3600" b="1" baseline="0">
                <a:solidFill>
                  <a:schemeClr val="accent1"/>
                </a:solidFill>
                <a:latin typeface="+mn-lt"/>
                <a:cs typeface="Intel Clear"/>
              </a:defRPr>
            </a:lvl1pPr>
            <a:lvl2pPr marL="417513" indent="-225425">
              <a:buFont typeface="Intel Clear" pitchFamily="34" charset="0"/>
              <a:buChar char="–"/>
              <a:defRPr sz="1200" baseline="0">
                <a:latin typeface="+mn-lt"/>
                <a:cs typeface="Intel Clear" panose="020B0604020203020204" pitchFamily="34" charset="0"/>
              </a:defRPr>
            </a:lvl2pPr>
            <a:lvl3pPr marL="685800" indent="-228600">
              <a:buFont typeface="Intel Clear" pitchFamily="34" charset="0"/>
              <a:buChar char="–"/>
              <a:defRPr sz="1200">
                <a:latin typeface="+mn-lt"/>
              </a:defRPr>
            </a:lvl3pPr>
            <a:lvl4pPr>
              <a:buFont typeface="Intel Clear" pitchFamily="34" charset="0"/>
              <a:buChar char="–"/>
              <a:defRPr sz="1100">
                <a:latin typeface="+mn-lt"/>
              </a:defRPr>
            </a:lvl4pPr>
            <a:lvl5pPr>
              <a:buFont typeface="Intel Clear" pitchFamily="34" charset="0"/>
              <a:buChar char="–"/>
              <a:defRPr sz="1050">
                <a:latin typeface="+mn-lt"/>
              </a:defRPr>
            </a:lvl5pPr>
          </a:lstStyle>
          <a:p>
            <a:pPr lvl="0"/>
            <a:r>
              <a:rPr lang="en-US" dirty="0"/>
              <a:t>“36pt Intel Clear Bold Text”</a:t>
            </a:r>
          </a:p>
          <a:p>
            <a:pPr lvl="1"/>
            <a:r>
              <a:rPr lang="en-US" dirty="0" err="1"/>
              <a:t>12pt</a:t>
            </a:r>
            <a:r>
              <a:rPr lang="en-US" dirty="0"/>
              <a:t> Attribution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0C4F26-4E1D-4219-8C2A-74E26B9AE9E7}" type="slidenum">
              <a:rPr lang="en-US" smtClean="0"/>
              <a:t>‹#›</a:t>
            </a:fld>
            <a:endParaRPr lang="en-US"/>
          </a:p>
        </p:txBody>
      </p:sp>
      <p:sp>
        <p:nvSpPr>
          <p:cNvPr id="7" name="Title 6"/>
          <p:cNvSpPr>
            <a:spLocks noGrp="1"/>
          </p:cNvSpPr>
          <p:nvPr>
            <p:ph type="title" hasCustomPrompt="1"/>
          </p:nvPr>
        </p:nvSpPr>
        <p:spPr>
          <a:xfrm>
            <a:off x="607484" y="411797"/>
            <a:ext cx="10972800" cy="1158240"/>
          </a:xfrm>
        </p:spPr>
        <p:txBody>
          <a:bodyPr/>
          <a:lstStyle>
            <a:lvl1pPr>
              <a:defRPr b="0" i="0" baseline="0">
                <a:solidFill>
                  <a:schemeClr val="tx2"/>
                </a:solidFill>
                <a:latin typeface="Intel Clear"/>
                <a:cs typeface="Intel Clear"/>
              </a:defRPr>
            </a:lvl1pPr>
          </a:lstStyle>
          <a:p>
            <a:r>
              <a:rPr lang="en-US" dirty="0"/>
              <a:t>28pt Intel Clear Headline</a:t>
            </a:r>
          </a:p>
        </p:txBody>
      </p:sp>
    </p:spTree>
    <p:extLst>
      <p:ext uri="{BB962C8B-B14F-4D97-AF65-F5344CB8AC3E}">
        <p14:creationId xmlns:p14="http://schemas.microsoft.com/office/powerpoint/2010/main" val="33228466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Full Bleed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8"/>
          <p:cNvSpPr>
            <a:spLocks noGrp="1"/>
          </p:cNvSpPr>
          <p:nvPr>
            <p:ph type="pic" sz="quarter" idx="13" hasCustomPrompt="1"/>
          </p:nvPr>
        </p:nvSpPr>
        <p:spPr>
          <a:xfrm>
            <a:off x="0" y="1"/>
            <a:ext cx="12192000" cy="6358467"/>
          </a:xfrm>
          <a:solidFill>
            <a:schemeClr val="bg2">
              <a:lumMod val="60000"/>
              <a:lumOff val="40000"/>
            </a:schemeClr>
          </a:solidFill>
        </p:spPr>
        <p:txBody>
          <a:bodyPr/>
          <a:lstStyle>
            <a:lvl1pPr marL="0" marR="0" indent="0" algn="l" defTabSz="4572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None/>
              <a:tabLst/>
              <a:defRPr baseline="0"/>
            </a:lvl1pPr>
          </a:lstStyle>
          <a:p>
            <a:r>
              <a:rPr lang="en-US" dirty="0"/>
              <a:t>Insert photo here. Drag picture to placeholder or click icon to add.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163136" y="6432517"/>
            <a:ext cx="2844800" cy="365125"/>
          </a:xfrm>
        </p:spPr>
        <p:txBody>
          <a:bodyPr/>
          <a:lstStyle/>
          <a:p>
            <a:fld id="{CE0C4F26-4E1D-4219-8C2A-74E26B9AE9E7}" type="slidenum">
              <a:rPr lang="en-US" smtClean="0"/>
              <a:t>‹#›</a:t>
            </a:fld>
            <a:endParaRPr lang="en-US"/>
          </a:p>
        </p:txBody>
      </p:sp>
      <p:sp>
        <p:nvSpPr>
          <p:cNvPr id="7" name="Title 6"/>
          <p:cNvSpPr>
            <a:spLocks noGrp="1"/>
          </p:cNvSpPr>
          <p:nvPr>
            <p:ph type="title" hasCustomPrompt="1"/>
          </p:nvPr>
        </p:nvSpPr>
        <p:spPr>
          <a:xfrm>
            <a:off x="607484" y="411797"/>
            <a:ext cx="10972800" cy="1158240"/>
          </a:xfrm>
        </p:spPr>
        <p:txBody>
          <a:bodyPr/>
          <a:lstStyle>
            <a:lvl1pPr>
              <a:defRPr b="0" i="0" baseline="0">
                <a:solidFill>
                  <a:schemeClr val="tx2"/>
                </a:solidFill>
                <a:latin typeface="Intel Clear"/>
                <a:cs typeface="Intel Clear"/>
              </a:defRPr>
            </a:lvl1pPr>
          </a:lstStyle>
          <a:p>
            <a:r>
              <a:rPr lang="en-US" dirty="0"/>
              <a:t>28pt Intel Clear Headline</a:t>
            </a:r>
          </a:p>
        </p:txBody>
      </p:sp>
    </p:spTree>
    <p:extLst>
      <p:ext uri="{BB962C8B-B14F-4D97-AF65-F5344CB8AC3E}">
        <p14:creationId xmlns:p14="http://schemas.microsoft.com/office/powerpoint/2010/main" val="235806771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Text and Bottom Half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8"/>
          <p:cNvSpPr>
            <a:spLocks noGrp="1"/>
          </p:cNvSpPr>
          <p:nvPr>
            <p:ph type="pic" sz="quarter" idx="13" hasCustomPrompt="1"/>
          </p:nvPr>
        </p:nvSpPr>
        <p:spPr>
          <a:xfrm>
            <a:off x="0" y="3432175"/>
            <a:ext cx="12192000" cy="2926292"/>
          </a:xfrm>
          <a:solidFill>
            <a:schemeClr val="bg2">
              <a:lumMod val="60000"/>
              <a:lumOff val="40000"/>
            </a:schemeClr>
          </a:solidFill>
        </p:spPr>
        <p:txBody>
          <a:bodyPr/>
          <a:lstStyle>
            <a:lvl1pPr marL="0" marR="0" indent="0" algn="l" defTabSz="4572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None/>
              <a:tabLst/>
              <a:defRPr baseline="0"/>
            </a:lvl1pPr>
          </a:lstStyle>
          <a:p>
            <a:r>
              <a:rPr lang="en-US" dirty="0"/>
              <a:t>Insert photo here. Drag picture to placeholder or click icon to add.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163136" y="6432517"/>
            <a:ext cx="2844800" cy="365125"/>
          </a:xfrm>
        </p:spPr>
        <p:txBody>
          <a:bodyPr/>
          <a:lstStyle/>
          <a:p>
            <a:fld id="{CE0C4F26-4E1D-4219-8C2A-74E26B9AE9E7}" type="slidenum">
              <a:rPr lang="en-US" smtClean="0"/>
              <a:t>‹#›</a:t>
            </a:fld>
            <a:endParaRPr lang="en-US"/>
          </a:p>
        </p:txBody>
      </p:sp>
      <p:sp>
        <p:nvSpPr>
          <p:cNvPr id="18" name="Content Placeholder 2"/>
          <p:cNvSpPr>
            <a:spLocks noGrp="1"/>
          </p:cNvSpPr>
          <p:nvPr>
            <p:ph sz="half" idx="1" hasCustomPrompt="1"/>
          </p:nvPr>
        </p:nvSpPr>
        <p:spPr>
          <a:xfrm>
            <a:off x="607485" y="1604433"/>
            <a:ext cx="5342468" cy="1745720"/>
          </a:xfrm>
        </p:spPr>
        <p:txBody>
          <a:bodyPr vert="horz" lIns="0" tIns="0" rIns="0" bIns="0" rtlCol="0">
            <a:noAutofit/>
          </a:bodyPr>
          <a:lstStyle>
            <a:lvl1pPr>
              <a:defRPr lang="en-US" dirty="0" smtClean="0"/>
            </a:lvl1pPr>
            <a:lvl2pPr>
              <a:defRPr lang="en-US" dirty="0" smtClean="0">
                <a:solidFill>
                  <a:schemeClr val="tx2"/>
                </a:solidFill>
              </a:defRPr>
            </a:lvl2pPr>
            <a:lvl3pPr>
              <a:defRPr lang="en-US" sz="1400" dirty="0" smtClean="0">
                <a:solidFill>
                  <a:schemeClr val="tx2"/>
                </a:solidFill>
              </a:defRPr>
            </a:lvl3pPr>
            <a:lvl4pPr>
              <a:defRPr lang="en-US" sz="1200" dirty="0" smtClean="0">
                <a:solidFill>
                  <a:schemeClr val="tx2"/>
                </a:solidFill>
              </a:defRPr>
            </a:lvl4pPr>
            <a:lvl5pPr>
              <a:defRPr lang="en-US" sz="1200" dirty="0">
                <a:solidFill>
                  <a:schemeClr val="tx2"/>
                </a:solidFill>
              </a:defRPr>
            </a:lvl5pPr>
          </a:lstStyle>
          <a:p>
            <a:pPr marR="0" lvl="0" fontAlgn="auto">
              <a:lnSpc>
                <a:spcPct val="100000"/>
              </a:lnSpc>
              <a:buClrTx/>
              <a:buSzTx/>
              <a:tabLst/>
            </a:pPr>
            <a:r>
              <a:rPr lang="en-US" dirty="0"/>
              <a:t>18pt Intel Clear body text</a:t>
            </a:r>
          </a:p>
          <a:p>
            <a:pPr marR="0" lvl="1" fontAlgn="auto">
              <a:lnSpc>
                <a:spcPct val="100000"/>
              </a:lnSpc>
              <a:spcAft>
                <a:spcPts val="0"/>
              </a:spcAft>
              <a:buClrTx/>
              <a:buSzTx/>
              <a:tabLst/>
            </a:pPr>
            <a:r>
              <a:rPr lang="en-US" dirty="0"/>
              <a:t>16pt Intel Clear bullet one</a:t>
            </a:r>
          </a:p>
          <a:p>
            <a:pPr lvl="2"/>
            <a:r>
              <a:rPr lang="en-US" dirty="0" err="1"/>
              <a:t>14pt</a:t>
            </a:r>
            <a:r>
              <a:rPr lang="en-US" dirty="0"/>
              <a:t> Intel Clear third level</a:t>
            </a:r>
          </a:p>
          <a:p>
            <a:pPr lvl="3"/>
            <a:r>
              <a:rPr lang="en-US" dirty="0" err="1"/>
              <a:t>12pt</a:t>
            </a:r>
            <a:r>
              <a:rPr lang="en-US" dirty="0"/>
              <a:t> Intel Clear fourth level</a:t>
            </a:r>
          </a:p>
          <a:p>
            <a:pPr lvl="4"/>
            <a:r>
              <a:rPr lang="en-US" dirty="0" err="1"/>
              <a:t>12pt</a:t>
            </a:r>
            <a:r>
              <a:rPr lang="en-US" dirty="0"/>
              <a:t> Intel Clear fifth level</a:t>
            </a:r>
          </a:p>
        </p:txBody>
      </p:sp>
      <p:sp>
        <p:nvSpPr>
          <p:cNvPr id="19" name="Content Placeholder 2"/>
          <p:cNvSpPr>
            <a:spLocks noGrp="1"/>
          </p:cNvSpPr>
          <p:nvPr>
            <p:ph sz="half" idx="15" hasCustomPrompt="1"/>
          </p:nvPr>
        </p:nvSpPr>
        <p:spPr>
          <a:xfrm>
            <a:off x="6237818" y="1604433"/>
            <a:ext cx="5340352" cy="1745720"/>
          </a:xfrm>
        </p:spPr>
        <p:txBody>
          <a:bodyPr vert="horz" lIns="0" tIns="0" rIns="0" bIns="0" rtlCol="0">
            <a:noAutofit/>
          </a:bodyPr>
          <a:lstStyle>
            <a:lvl1pPr>
              <a:defRPr lang="en-US" dirty="0" smtClean="0"/>
            </a:lvl1pPr>
            <a:lvl2pPr>
              <a:defRPr lang="en-US" dirty="0" smtClean="0">
                <a:solidFill>
                  <a:schemeClr val="tx2"/>
                </a:solidFill>
              </a:defRPr>
            </a:lvl2pPr>
            <a:lvl3pPr>
              <a:defRPr lang="en-US" sz="1400" dirty="0" smtClean="0">
                <a:solidFill>
                  <a:schemeClr val="tx2"/>
                </a:solidFill>
              </a:defRPr>
            </a:lvl3pPr>
            <a:lvl4pPr>
              <a:defRPr lang="en-US" sz="1200" dirty="0" smtClean="0">
                <a:solidFill>
                  <a:schemeClr val="tx2"/>
                </a:solidFill>
              </a:defRPr>
            </a:lvl4pPr>
            <a:lvl5pPr>
              <a:defRPr lang="en-US" sz="1200" dirty="0">
                <a:solidFill>
                  <a:schemeClr val="tx2"/>
                </a:solidFill>
              </a:defRPr>
            </a:lvl5pPr>
          </a:lstStyle>
          <a:p>
            <a:pPr marR="0" lvl="0" fontAlgn="auto">
              <a:lnSpc>
                <a:spcPct val="100000"/>
              </a:lnSpc>
              <a:buClrTx/>
              <a:buSzTx/>
              <a:tabLst/>
            </a:pPr>
            <a:r>
              <a:rPr lang="en-US" dirty="0"/>
              <a:t>18pt Intel Clear body text</a:t>
            </a:r>
          </a:p>
          <a:p>
            <a:pPr marR="0" lvl="1" fontAlgn="auto">
              <a:lnSpc>
                <a:spcPct val="100000"/>
              </a:lnSpc>
              <a:spcAft>
                <a:spcPts val="0"/>
              </a:spcAft>
              <a:buClrTx/>
              <a:buSzTx/>
              <a:tabLst/>
            </a:pPr>
            <a:r>
              <a:rPr lang="en-US" dirty="0"/>
              <a:t>16pt Intel Clear bullet one</a:t>
            </a:r>
          </a:p>
          <a:p>
            <a:pPr lvl="2"/>
            <a:r>
              <a:rPr lang="en-US" dirty="0" err="1"/>
              <a:t>14pt</a:t>
            </a:r>
            <a:r>
              <a:rPr lang="en-US" dirty="0"/>
              <a:t> Intel Clear third level</a:t>
            </a:r>
          </a:p>
          <a:p>
            <a:pPr lvl="3"/>
            <a:r>
              <a:rPr lang="en-US" dirty="0" err="1"/>
              <a:t>12pt</a:t>
            </a:r>
            <a:r>
              <a:rPr lang="en-US" dirty="0"/>
              <a:t> Intel Clear fourth level</a:t>
            </a:r>
          </a:p>
          <a:p>
            <a:pPr lvl="4"/>
            <a:r>
              <a:rPr lang="en-US" dirty="0" err="1"/>
              <a:t>12pt</a:t>
            </a:r>
            <a:r>
              <a:rPr lang="en-US" dirty="0"/>
              <a:t> Intel Clear fifth level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45983" y="6634395"/>
            <a:ext cx="18946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1000" dirty="0">
              <a:solidFill>
                <a:schemeClr val="tx2"/>
              </a:solidFill>
              <a:cs typeface="Intel Clear"/>
            </a:endParaRPr>
          </a:p>
        </p:txBody>
      </p:sp>
      <p:sp>
        <p:nvSpPr>
          <p:cNvPr id="10" name="Title 6"/>
          <p:cNvSpPr>
            <a:spLocks noGrp="1"/>
          </p:cNvSpPr>
          <p:nvPr>
            <p:ph type="title" hasCustomPrompt="1"/>
          </p:nvPr>
        </p:nvSpPr>
        <p:spPr>
          <a:xfrm>
            <a:off x="607484" y="411797"/>
            <a:ext cx="10972800" cy="1158240"/>
          </a:xfrm>
        </p:spPr>
        <p:txBody>
          <a:bodyPr/>
          <a:lstStyle>
            <a:lvl1pPr>
              <a:defRPr b="0" i="0" baseline="0">
                <a:solidFill>
                  <a:schemeClr val="tx2"/>
                </a:solidFill>
                <a:latin typeface="Intel Clear"/>
                <a:cs typeface="Intel Clear"/>
              </a:defRPr>
            </a:lvl1pPr>
          </a:lstStyle>
          <a:p>
            <a:r>
              <a:rPr lang="en-US" dirty="0"/>
              <a:t>28pt Intel Clear Headline</a:t>
            </a:r>
          </a:p>
        </p:txBody>
      </p:sp>
    </p:spTree>
    <p:extLst>
      <p:ext uri="{BB962C8B-B14F-4D97-AF65-F5344CB8AC3E}">
        <p14:creationId xmlns:p14="http://schemas.microsoft.com/office/powerpoint/2010/main" val="24879007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ext and Right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8"/>
          <p:cNvSpPr>
            <a:spLocks noGrp="1"/>
          </p:cNvSpPr>
          <p:nvPr>
            <p:ph type="pic" sz="quarter" idx="13" hasCustomPrompt="1"/>
          </p:nvPr>
        </p:nvSpPr>
        <p:spPr>
          <a:xfrm>
            <a:off x="6237818" y="3"/>
            <a:ext cx="5954183" cy="6358465"/>
          </a:xfrm>
          <a:solidFill>
            <a:schemeClr val="bg2">
              <a:lumMod val="60000"/>
              <a:lumOff val="40000"/>
            </a:schemeClr>
          </a:solidFill>
        </p:spPr>
        <p:txBody>
          <a:bodyPr/>
          <a:lstStyle>
            <a:lvl1pPr>
              <a:defRPr baseline="0"/>
            </a:lvl1pPr>
          </a:lstStyle>
          <a:p>
            <a:r>
              <a:rPr lang="en-US" dirty="0"/>
              <a:t>Insert photo here. Drag picture to placeholder or click icon to add.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607484" y="411797"/>
            <a:ext cx="5342467" cy="1158240"/>
          </a:xfrm>
        </p:spPr>
        <p:txBody>
          <a:bodyPr>
            <a:noAutofit/>
          </a:bodyPr>
          <a:lstStyle>
            <a:lvl1pPr>
              <a:defRPr sz="2800" b="0" i="0" baseline="0">
                <a:solidFill>
                  <a:schemeClr val="tx2"/>
                </a:solidFill>
                <a:latin typeface="Intel Clear"/>
                <a:cs typeface="Intel Clear"/>
              </a:defRPr>
            </a:lvl1pPr>
          </a:lstStyle>
          <a:p>
            <a:r>
              <a:rPr lang="en-US" dirty="0"/>
              <a:t>28pt Intel Clear Headline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163136" y="6432517"/>
            <a:ext cx="2844800" cy="365125"/>
          </a:xfrm>
        </p:spPr>
        <p:txBody>
          <a:bodyPr/>
          <a:lstStyle/>
          <a:p>
            <a:fld id="{CE0C4F26-4E1D-4219-8C2A-74E26B9AE9E7}" type="slidenum">
              <a:rPr lang="en-US" smtClean="0"/>
              <a:t>‹#›</a:t>
            </a:fld>
            <a:endParaRPr lang="en-US"/>
          </a:p>
        </p:txBody>
      </p:sp>
      <p:sp>
        <p:nvSpPr>
          <p:cNvPr id="17" name="Content Placeholder 2"/>
          <p:cNvSpPr>
            <a:spLocks noGrp="1"/>
          </p:cNvSpPr>
          <p:nvPr>
            <p:ph sz="half" idx="1" hasCustomPrompt="1"/>
          </p:nvPr>
        </p:nvSpPr>
        <p:spPr>
          <a:xfrm>
            <a:off x="607485" y="1766992"/>
            <a:ext cx="5342467" cy="4567767"/>
          </a:xfrm>
        </p:spPr>
        <p:txBody>
          <a:bodyPr vert="horz" lIns="0" tIns="0" rIns="0" bIns="0" rtlCol="0">
            <a:noAutofit/>
          </a:bodyPr>
          <a:lstStyle>
            <a:lvl1pPr>
              <a:defRPr lang="en-US" dirty="0" smtClean="0"/>
            </a:lvl1pPr>
            <a:lvl2pPr>
              <a:defRPr lang="en-US" dirty="0" smtClean="0">
                <a:solidFill>
                  <a:schemeClr val="tx2"/>
                </a:solidFill>
              </a:defRPr>
            </a:lvl2pPr>
            <a:lvl3pPr>
              <a:defRPr lang="en-US" sz="1400" dirty="0" smtClean="0">
                <a:solidFill>
                  <a:schemeClr val="tx2"/>
                </a:solidFill>
              </a:defRPr>
            </a:lvl3pPr>
            <a:lvl4pPr>
              <a:defRPr lang="en-US" sz="1200" dirty="0" smtClean="0">
                <a:solidFill>
                  <a:schemeClr val="tx2"/>
                </a:solidFill>
              </a:defRPr>
            </a:lvl4pPr>
            <a:lvl5pPr>
              <a:defRPr lang="en-US" sz="1200" dirty="0">
                <a:solidFill>
                  <a:schemeClr val="tx2"/>
                </a:solidFill>
              </a:defRPr>
            </a:lvl5pPr>
          </a:lstStyle>
          <a:p>
            <a:pPr marR="0" lvl="0" fontAlgn="auto">
              <a:lnSpc>
                <a:spcPct val="100000"/>
              </a:lnSpc>
              <a:buClrTx/>
              <a:buSzTx/>
              <a:tabLst/>
            </a:pPr>
            <a:r>
              <a:rPr lang="en-US" dirty="0"/>
              <a:t>18pt Intel Clear body text</a:t>
            </a:r>
          </a:p>
          <a:p>
            <a:pPr marR="0" lvl="1" fontAlgn="auto">
              <a:lnSpc>
                <a:spcPct val="100000"/>
              </a:lnSpc>
              <a:spcAft>
                <a:spcPts val="0"/>
              </a:spcAft>
              <a:buClrTx/>
              <a:buSzTx/>
              <a:tabLst/>
            </a:pPr>
            <a:r>
              <a:rPr lang="en-US" dirty="0"/>
              <a:t>16pt Intel Clear bullet one</a:t>
            </a:r>
          </a:p>
          <a:p>
            <a:pPr lvl="2"/>
            <a:r>
              <a:rPr lang="en-US" dirty="0" err="1"/>
              <a:t>14pt</a:t>
            </a:r>
            <a:r>
              <a:rPr lang="en-US" dirty="0"/>
              <a:t> Intel Clear third level</a:t>
            </a:r>
          </a:p>
          <a:p>
            <a:pPr lvl="3"/>
            <a:r>
              <a:rPr lang="en-US" dirty="0" err="1"/>
              <a:t>12pt</a:t>
            </a:r>
            <a:r>
              <a:rPr lang="en-US" dirty="0"/>
              <a:t> Intel Clear fourth level</a:t>
            </a:r>
          </a:p>
          <a:p>
            <a:pPr lvl="4"/>
            <a:r>
              <a:rPr lang="en-US" dirty="0" err="1"/>
              <a:t>12pt</a:t>
            </a:r>
            <a:r>
              <a:rPr lang="en-US" dirty="0"/>
              <a:t> Intel Clear fifth level</a:t>
            </a:r>
          </a:p>
        </p:txBody>
      </p:sp>
    </p:spTree>
    <p:extLst>
      <p:ext uri="{BB962C8B-B14F-4D97-AF65-F5344CB8AC3E}">
        <p14:creationId xmlns:p14="http://schemas.microsoft.com/office/powerpoint/2010/main" val="4040887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White Section Brea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607484" y="2810750"/>
            <a:ext cx="10363200" cy="1362075"/>
          </a:xfrm>
        </p:spPr>
        <p:txBody>
          <a:bodyPr anchor="b" anchorCtr="0">
            <a:noAutofit/>
          </a:bodyPr>
          <a:lstStyle>
            <a:lvl1pPr algn="l">
              <a:lnSpc>
                <a:spcPct val="80000"/>
              </a:lnSpc>
              <a:defRPr sz="5400" b="0" cap="none" spc="0" baseline="0">
                <a:solidFill>
                  <a:schemeClr val="tx2">
                    <a:alpha val="90000"/>
                  </a:schemeClr>
                </a:solidFill>
                <a:latin typeface="Intel Clear Pro" panose="020B0804020202060201" pitchFamily="34" charset="0"/>
                <a:cs typeface="Intel Clear Pro" panose="020B0804020202060201" pitchFamily="34" charset="0"/>
              </a:defRPr>
            </a:lvl1pPr>
          </a:lstStyle>
          <a:p>
            <a:r>
              <a:rPr lang="en-US" dirty="0"/>
              <a:t>54pt Intel Clear Pro</a:t>
            </a:r>
            <a:br>
              <a:rPr lang="en-US" dirty="0"/>
            </a:br>
            <a:r>
              <a:rPr lang="en-US" dirty="0"/>
              <a:t>white section break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607484" y="4321534"/>
            <a:ext cx="10363200" cy="1500187"/>
          </a:xfrm>
        </p:spPr>
        <p:txBody>
          <a:bodyPr anchor="t" anchorCtr="0">
            <a:noAutofit/>
          </a:bodyPr>
          <a:lstStyle>
            <a:lvl1pPr marL="0" indent="0">
              <a:buNone/>
              <a:defRPr sz="1600" b="0" baseline="0">
                <a:solidFill>
                  <a:schemeClr val="accent2"/>
                </a:solidFill>
                <a:latin typeface="+mn-lt"/>
                <a:cs typeface="Intel Clear" panose="020B0604020203020204" pitchFamily="34" charset="0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16pt Intel Clear Subhead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CE0C4F26-4E1D-4219-8C2A-74E26B9AE9E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82600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Hero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607484" y="2979844"/>
            <a:ext cx="10363200" cy="1500187"/>
          </a:xfrm>
        </p:spPr>
        <p:txBody>
          <a:bodyPr anchor="t" anchorCtr="0">
            <a:noAutofit/>
          </a:bodyPr>
          <a:lstStyle>
            <a:lvl1pPr marL="0" indent="0">
              <a:buNone/>
              <a:defRPr sz="4000" b="0" baseline="0">
                <a:solidFill>
                  <a:schemeClr val="accent2"/>
                </a:solidFill>
                <a:latin typeface="Intel Clear"/>
                <a:ea typeface="Intel Clear"/>
                <a:cs typeface="Intel Clear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40pt Intel Clear Light Body.</a:t>
            </a:r>
            <a:br>
              <a:rPr lang="en-US" dirty="0"/>
            </a:br>
            <a:r>
              <a:rPr lang="en-US" dirty="0"/>
              <a:t>For content that is not a section, but has a big idea in text only.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CE0C4F26-4E1D-4219-8C2A-74E26B9AE9E7}" type="slidenum">
              <a:rPr lang="en-US" smtClean="0"/>
              <a:t>‹#›</a:t>
            </a:fld>
            <a:endParaRPr lang="en-US"/>
          </a:p>
        </p:txBody>
      </p:sp>
      <p:sp>
        <p:nvSpPr>
          <p:cNvPr id="7" name="Title 1"/>
          <p:cNvSpPr>
            <a:spLocks noGrp="1"/>
          </p:cNvSpPr>
          <p:nvPr>
            <p:ph type="title" hasCustomPrompt="1"/>
          </p:nvPr>
        </p:nvSpPr>
        <p:spPr>
          <a:xfrm>
            <a:off x="607484" y="1469060"/>
            <a:ext cx="10363200" cy="1362075"/>
          </a:xfrm>
        </p:spPr>
        <p:txBody>
          <a:bodyPr anchor="b" anchorCtr="0">
            <a:noAutofit/>
          </a:bodyPr>
          <a:lstStyle>
            <a:lvl1pPr algn="l">
              <a:lnSpc>
                <a:spcPct val="80000"/>
              </a:lnSpc>
              <a:defRPr sz="4000" b="0" cap="none" spc="0" baseline="0">
                <a:solidFill>
                  <a:schemeClr val="tx2"/>
                </a:solidFill>
                <a:latin typeface="Intel Clear" panose="020B0604020203020204" pitchFamily="34" charset="0"/>
                <a:ea typeface="Intel Clear" panose="020B0604020203020204" pitchFamily="34" charset="0"/>
                <a:cs typeface="Intel Clear" panose="020B0604020203020204" pitchFamily="34" charset="0"/>
              </a:defRPr>
            </a:lvl1pPr>
          </a:lstStyle>
          <a:p>
            <a:r>
              <a:rPr lang="en-US" dirty="0"/>
              <a:t>40pt Intel Clear Heading</a:t>
            </a:r>
          </a:p>
        </p:txBody>
      </p:sp>
    </p:spTree>
    <p:extLst>
      <p:ext uri="{BB962C8B-B14F-4D97-AF65-F5344CB8AC3E}">
        <p14:creationId xmlns:p14="http://schemas.microsoft.com/office/powerpoint/2010/main" val="33439126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3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Blue Section Break Image">
    <p:bg>
      <p:bgPr>
        <a:gradFill>
          <a:gsLst>
            <a:gs pos="32000">
              <a:schemeClr val="tx2"/>
            </a:gs>
            <a:gs pos="95000">
              <a:srgbClr val="009FDF"/>
            </a:gs>
            <a:gs pos="78000">
              <a:srgbClr val="0071C5"/>
            </a:gs>
          </a:gsLst>
          <a:lin ang="1986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607484" y="3013452"/>
            <a:ext cx="10363200" cy="1362075"/>
          </a:xfrm>
        </p:spPr>
        <p:txBody>
          <a:bodyPr anchor="b" anchorCtr="0">
            <a:noAutofit/>
          </a:bodyPr>
          <a:lstStyle>
            <a:lvl1pPr algn="l">
              <a:lnSpc>
                <a:spcPct val="80000"/>
              </a:lnSpc>
              <a:defRPr sz="5400" b="0" cap="none" spc="0" baseline="0">
                <a:solidFill>
                  <a:schemeClr val="bg1">
                    <a:alpha val="90000"/>
                  </a:schemeClr>
                </a:solidFill>
                <a:latin typeface="Intel Clear Pro" panose="020B0804020202060201" pitchFamily="34" charset="0"/>
                <a:cs typeface="Intel Clear Pro" panose="020B0804020202060201" pitchFamily="34" charset="0"/>
              </a:defRPr>
            </a:lvl1pPr>
          </a:lstStyle>
          <a:p>
            <a:r>
              <a:rPr lang="en-US" dirty="0"/>
              <a:t>54pt Intel Clear Pro blue section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607484" y="4465050"/>
            <a:ext cx="10363200" cy="1500187"/>
          </a:xfrm>
        </p:spPr>
        <p:txBody>
          <a:bodyPr anchor="t" anchorCtr="0">
            <a:noAutofit/>
          </a:bodyPr>
          <a:lstStyle>
            <a:lvl1pPr marL="0" indent="0">
              <a:buNone/>
              <a:defRPr sz="1600" b="0" baseline="0">
                <a:solidFill>
                  <a:schemeClr val="accent3"/>
                </a:solidFill>
                <a:latin typeface="+mn-lt"/>
                <a:cs typeface="Intel Clear" panose="020B0604020203020204" pitchFamily="34" charset="0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16pt Intel Clear Subhead</a:t>
            </a:r>
          </a:p>
        </p:txBody>
      </p:sp>
      <p:sp>
        <p:nvSpPr>
          <p:cNvPr id="5" name="Picture Placeholder 4"/>
          <p:cNvSpPr>
            <a:spLocks noGrp="1"/>
          </p:cNvSpPr>
          <p:nvPr>
            <p:ph type="pic" sz="quarter" idx="13" hasCustomPrompt="1"/>
          </p:nvPr>
        </p:nvSpPr>
        <p:spPr>
          <a:xfrm>
            <a:off x="0" y="3"/>
            <a:ext cx="12192000" cy="3432175"/>
          </a:xfrm>
          <a:solidFill>
            <a:schemeClr val="bg2">
              <a:lumMod val="60000"/>
              <a:lumOff val="40000"/>
            </a:schemeClr>
          </a:solidFill>
        </p:spPr>
        <p:txBody>
          <a:bodyPr/>
          <a:lstStyle>
            <a:lvl1pPr>
              <a:defRPr baseline="0">
                <a:solidFill>
                  <a:srgbClr val="0071C5"/>
                </a:solidFill>
              </a:defRPr>
            </a:lvl1pPr>
          </a:lstStyle>
          <a:p>
            <a:r>
              <a:rPr lang="en-US" dirty="0"/>
              <a:t>Insert photo here. Drag picture to placeholder or click icon to add.</a:t>
            </a:r>
          </a:p>
        </p:txBody>
      </p:sp>
    </p:spTree>
    <p:extLst>
      <p:ext uri="{BB962C8B-B14F-4D97-AF65-F5344CB8AC3E}">
        <p14:creationId xmlns:p14="http://schemas.microsoft.com/office/powerpoint/2010/main" val="38016420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0C4F26-4E1D-4219-8C2A-74E26B9AE9E7}" type="slidenum">
              <a:rPr lang="en-US" smtClean="0"/>
              <a:t>‹#›</a:t>
            </a:fld>
            <a:endParaRPr lang="en-US"/>
          </a:p>
        </p:txBody>
      </p:sp>
      <p:sp>
        <p:nvSpPr>
          <p:cNvPr id="6" name="Title 6"/>
          <p:cNvSpPr>
            <a:spLocks noGrp="1"/>
          </p:cNvSpPr>
          <p:nvPr>
            <p:ph type="title" hasCustomPrompt="1"/>
          </p:nvPr>
        </p:nvSpPr>
        <p:spPr>
          <a:xfrm>
            <a:off x="607484" y="411797"/>
            <a:ext cx="10972800" cy="1158240"/>
          </a:xfrm>
        </p:spPr>
        <p:txBody>
          <a:bodyPr/>
          <a:lstStyle>
            <a:lvl1pPr>
              <a:defRPr b="0" i="0" baseline="0">
                <a:solidFill>
                  <a:schemeClr val="tx2"/>
                </a:solidFill>
                <a:latin typeface="Intel Clear"/>
                <a:cs typeface="Intel Clear"/>
              </a:defRPr>
            </a:lvl1pPr>
          </a:lstStyle>
          <a:p>
            <a:r>
              <a:rPr lang="en-US" dirty="0"/>
              <a:t>28pt Intel Clear Headline</a:t>
            </a:r>
          </a:p>
        </p:txBody>
      </p:sp>
    </p:spTree>
    <p:extLst>
      <p:ext uri="{BB962C8B-B14F-4D97-AF65-F5344CB8AC3E}">
        <p14:creationId xmlns:p14="http://schemas.microsoft.com/office/powerpoint/2010/main" val="22626236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0C4F26-4E1D-4219-8C2A-74E26B9AE9E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35872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Large Bullet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Content Placeholder 8"/>
          <p:cNvSpPr>
            <a:spLocks noGrp="1"/>
          </p:cNvSpPr>
          <p:nvPr>
            <p:ph sz="quarter" idx="13" hasCustomPrompt="1"/>
          </p:nvPr>
        </p:nvSpPr>
        <p:spPr>
          <a:xfrm>
            <a:off x="353483" y="1121834"/>
            <a:ext cx="11552880" cy="5168900"/>
          </a:xfrm>
        </p:spPr>
        <p:txBody>
          <a:bodyPr/>
          <a:lstStyle>
            <a:lvl1pPr>
              <a:defRPr>
                <a:solidFill>
                  <a:schemeClr val="tx2">
                    <a:lumMod val="50000"/>
                  </a:schemeClr>
                </a:solidFill>
              </a:defRPr>
            </a:lvl1pPr>
            <a:lvl2pPr>
              <a:defRPr sz="2340">
                <a:solidFill>
                  <a:schemeClr val="tx2">
                    <a:lumMod val="50000"/>
                  </a:schemeClr>
                </a:solidFill>
              </a:defRPr>
            </a:lvl2pPr>
            <a:lvl3pPr>
              <a:defRPr sz="2340">
                <a:solidFill>
                  <a:schemeClr val="tx2">
                    <a:lumMod val="50000"/>
                  </a:schemeClr>
                </a:solidFill>
              </a:defRPr>
            </a:lvl3pPr>
            <a:lvl4pPr>
              <a:defRPr sz="2080">
                <a:solidFill>
                  <a:schemeClr val="tx2">
                    <a:lumMod val="50000"/>
                  </a:schemeClr>
                </a:solidFill>
              </a:defRPr>
            </a:lvl4pPr>
            <a:lvl5pPr>
              <a:defRPr>
                <a:solidFill>
                  <a:schemeClr val="tx2">
                    <a:lumMod val="50000"/>
                  </a:schemeClr>
                </a:solidFill>
              </a:defRPr>
            </a:lvl5pPr>
          </a:lstStyle>
          <a:p>
            <a:pPr lvl="0"/>
            <a:r>
              <a:rPr lang="en-US" dirty="0"/>
              <a:t>18pt Intel Clear body text</a:t>
            </a:r>
          </a:p>
          <a:p>
            <a:pPr lvl="1"/>
            <a:r>
              <a:rPr lang="en-US" dirty="0"/>
              <a:t>18pt Intel Clear bullet one</a:t>
            </a:r>
          </a:p>
          <a:p>
            <a:pPr lvl="2"/>
            <a:r>
              <a:rPr lang="en-US" dirty="0"/>
              <a:t>18pt Intel Clear sub-bullet</a:t>
            </a:r>
          </a:p>
          <a:p>
            <a:pPr lvl="3"/>
            <a:r>
              <a:rPr lang="en-US" dirty="0"/>
              <a:t>16pt Intel Clear fourth level</a:t>
            </a:r>
          </a:p>
          <a:p>
            <a:pPr lvl="4"/>
            <a:r>
              <a:rPr lang="en-US" dirty="0" err="1"/>
              <a:t>14pt</a:t>
            </a:r>
            <a:r>
              <a:rPr lang="en-US" dirty="0"/>
              <a:t> Intel Clear fifth level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tx2">
                    <a:lumMod val="50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172613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34" Type="http://schemas.openxmlformats.org/officeDocument/2006/relationships/image" Target="../media/image2.svg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slideLayout" Target="../slideLayouts/slideLayout29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44.xml"/><Relationship Id="rId18" Type="http://schemas.openxmlformats.org/officeDocument/2006/relationships/slideLayout" Target="../slideLayouts/slideLayout49.xml"/><Relationship Id="rId26" Type="http://schemas.openxmlformats.org/officeDocument/2006/relationships/slideLayout" Target="../slideLayouts/slideLayout57.xml"/><Relationship Id="rId3" Type="http://schemas.openxmlformats.org/officeDocument/2006/relationships/slideLayout" Target="../slideLayouts/slideLayout34.xml"/><Relationship Id="rId21" Type="http://schemas.openxmlformats.org/officeDocument/2006/relationships/slideLayout" Target="../slideLayouts/slideLayout52.xml"/><Relationship Id="rId34" Type="http://schemas.openxmlformats.org/officeDocument/2006/relationships/image" Target="../media/image10.png"/><Relationship Id="rId7" Type="http://schemas.openxmlformats.org/officeDocument/2006/relationships/slideLayout" Target="../slideLayouts/slideLayout38.xml"/><Relationship Id="rId12" Type="http://schemas.openxmlformats.org/officeDocument/2006/relationships/slideLayout" Target="../slideLayouts/slideLayout43.xml"/><Relationship Id="rId17" Type="http://schemas.openxmlformats.org/officeDocument/2006/relationships/slideLayout" Target="../slideLayouts/slideLayout48.xml"/><Relationship Id="rId25" Type="http://schemas.openxmlformats.org/officeDocument/2006/relationships/slideLayout" Target="../slideLayouts/slideLayout56.xml"/><Relationship Id="rId33" Type="http://schemas.openxmlformats.org/officeDocument/2006/relationships/image" Target="../media/image9.png"/><Relationship Id="rId2" Type="http://schemas.openxmlformats.org/officeDocument/2006/relationships/slideLayout" Target="../slideLayouts/slideLayout33.xml"/><Relationship Id="rId16" Type="http://schemas.openxmlformats.org/officeDocument/2006/relationships/slideLayout" Target="../slideLayouts/slideLayout47.xml"/><Relationship Id="rId20" Type="http://schemas.openxmlformats.org/officeDocument/2006/relationships/slideLayout" Target="../slideLayouts/slideLayout51.xml"/><Relationship Id="rId29" Type="http://schemas.openxmlformats.org/officeDocument/2006/relationships/slideLayout" Target="../slideLayouts/slideLayout60.xml"/><Relationship Id="rId1" Type="http://schemas.openxmlformats.org/officeDocument/2006/relationships/slideLayout" Target="../slideLayouts/slideLayout32.xml"/><Relationship Id="rId6" Type="http://schemas.openxmlformats.org/officeDocument/2006/relationships/slideLayout" Target="../slideLayouts/slideLayout37.xml"/><Relationship Id="rId11" Type="http://schemas.openxmlformats.org/officeDocument/2006/relationships/slideLayout" Target="../slideLayouts/slideLayout42.xml"/><Relationship Id="rId24" Type="http://schemas.openxmlformats.org/officeDocument/2006/relationships/slideLayout" Target="../slideLayouts/slideLayout55.xml"/><Relationship Id="rId32" Type="http://schemas.openxmlformats.org/officeDocument/2006/relationships/theme" Target="../theme/theme2.xml"/><Relationship Id="rId5" Type="http://schemas.openxmlformats.org/officeDocument/2006/relationships/slideLayout" Target="../slideLayouts/slideLayout36.xml"/><Relationship Id="rId15" Type="http://schemas.openxmlformats.org/officeDocument/2006/relationships/slideLayout" Target="../slideLayouts/slideLayout46.xml"/><Relationship Id="rId23" Type="http://schemas.openxmlformats.org/officeDocument/2006/relationships/slideLayout" Target="../slideLayouts/slideLayout54.xml"/><Relationship Id="rId28" Type="http://schemas.openxmlformats.org/officeDocument/2006/relationships/slideLayout" Target="../slideLayouts/slideLayout59.xml"/><Relationship Id="rId10" Type="http://schemas.openxmlformats.org/officeDocument/2006/relationships/slideLayout" Target="../slideLayouts/slideLayout41.xml"/><Relationship Id="rId19" Type="http://schemas.openxmlformats.org/officeDocument/2006/relationships/slideLayout" Target="../slideLayouts/slideLayout50.xml"/><Relationship Id="rId31" Type="http://schemas.openxmlformats.org/officeDocument/2006/relationships/slideLayout" Target="../slideLayouts/slideLayout62.xml"/><Relationship Id="rId4" Type="http://schemas.openxmlformats.org/officeDocument/2006/relationships/slideLayout" Target="../slideLayouts/slideLayout35.xml"/><Relationship Id="rId9" Type="http://schemas.openxmlformats.org/officeDocument/2006/relationships/slideLayout" Target="../slideLayouts/slideLayout40.xml"/><Relationship Id="rId14" Type="http://schemas.openxmlformats.org/officeDocument/2006/relationships/slideLayout" Target="../slideLayouts/slideLayout45.xml"/><Relationship Id="rId22" Type="http://schemas.openxmlformats.org/officeDocument/2006/relationships/slideLayout" Target="../slideLayouts/slideLayout53.xml"/><Relationship Id="rId27" Type="http://schemas.openxmlformats.org/officeDocument/2006/relationships/slideLayout" Target="../slideLayouts/slideLayout58.xml"/><Relationship Id="rId30" Type="http://schemas.openxmlformats.org/officeDocument/2006/relationships/slideLayout" Target="../slideLayouts/slideLayout61.xml"/><Relationship Id="rId8" Type="http://schemas.openxmlformats.org/officeDocument/2006/relationships/slideLayout" Target="../slideLayouts/slideLayout39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70.xml"/><Relationship Id="rId13" Type="http://schemas.openxmlformats.org/officeDocument/2006/relationships/image" Target="../media/image13.jpeg"/><Relationship Id="rId3" Type="http://schemas.openxmlformats.org/officeDocument/2006/relationships/slideLayout" Target="../slideLayouts/slideLayout65.xml"/><Relationship Id="rId7" Type="http://schemas.openxmlformats.org/officeDocument/2006/relationships/slideLayout" Target="../slideLayouts/slideLayout69.xml"/><Relationship Id="rId12" Type="http://schemas.openxmlformats.org/officeDocument/2006/relationships/theme" Target="../theme/theme3.xml"/><Relationship Id="rId2" Type="http://schemas.openxmlformats.org/officeDocument/2006/relationships/slideLayout" Target="../slideLayouts/slideLayout64.xml"/><Relationship Id="rId1" Type="http://schemas.openxmlformats.org/officeDocument/2006/relationships/slideLayout" Target="../slideLayouts/slideLayout63.xml"/><Relationship Id="rId6" Type="http://schemas.openxmlformats.org/officeDocument/2006/relationships/slideLayout" Target="../slideLayouts/slideLayout68.xml"/><Relationship Id="rId11" Type="http://schemas.openxmlformats.org/officeDocument/2006/relationships/slideLayout" Target="../slideLayouts/slideLayout73.xml"/><Relationship Id="rId5" Type="http://schemas.openxmlformats.org/officeDocument/2006/relationships/slideLayout" Target="../slideLayouts/slideLayout67.xml"/><Relationship Id="rId10" Type="http://schemas.openxmlformats.org/officeDocument/2006/relationships/slideLayout" Target="../slideLayouts/slideLayout72.xml"/><Relationship Id="rId4" Type="http://schemas.openxmlformats.org/officeDocument/2006/relationships/slideLayout" Target="../slideLayouts/slideLayout66.xml"/><Relationship Id="rId9" Type="http://schemas.openxmlformats.org/officeDocument/2006/relationships/slideLayout" Target="../slideLayouts/slideLayout71.xml"/></Relationships>
</file>

<file path=ppt/slideMasters/_rels/slideMaster4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86.xml"/><Relationship Id="rId18" Type="http://schemas.openxmlformats.org/officeDocument/2006/relationships/slideLayout" Target="../slideLayouts/slideLayout91.xml"/><Relationship Id="rId26" Type="http://schemas.openxmlformats.org/officeDocument/2006/relationships/slideLayout" Target="../slideLayouts/slideLayout99.xml"/><Relationship Id="rId3" Type="http://schemas.openxmlformats.org/officeDocument/2006/relationships/slideLayout" Target="../slideLayouts/slideLayout76.xml"/><Relationship Id="rId21" Type="http://schemas.openxmlformats.org/officeDocument/2006/relationships/slideLayout" Target="../slideLayouts/slideLayout94.xml"/><Relationship Id="rId34" Type="http://schemas.openxmlformats.org/officeDocument/2006/relationships/theme" Target="../theme/theme4.xml"/><Relationship Id="rId7" Type="http://schemas.openxmlformats.org/officeDocument/2006/relationships/slideLayout" Target="../slideLayouts/slideLayout80.xml"/><Relationship Id="rId12" Type="http://schemas.openxmlformats.org/officeDocument/2006/relationships/slideLayout" Target="../slideLayouts/slideLayout85.xml"/><Relationship Id="rId17" Type="http://schemas.openxmlformats.org/officeDocument/2006/relationships/slideLayout" Target="../slideLayouts/slideLayout90.xml"/><Relationship Id="rId25" Type="http://schemas.openxmlformats.org/officeDocument/2006/relationships/slideLayout" Target="../slideLayouts/slideLayout98.xml"/><Relationship Id="rId33" Type="http://schemas.openxmlformats.org/officeDocument/2006/relationships/slideLayout" Target="../slideLayouts/slideLayout106.xml"/><Relationship Id="rId2" Type="http://schemas.openxmlformats.org/officeDocument/2006/relationships/slideLayout" Target="../slideLayouts/slideLayout75.xml"/><Relationship Id="rId16" Type="http://schemas.openxmlformats.org/officeDocument/2006/relationships/slideLayout" Target="../slideLayouts/slideLayout89.xml"/><Relationship Id="rId20" Type="http://schemas.openxmlformats.org/officeDocument/2006/relationships/slideLayout" Target="../slideLayouts/slideLayout93.xml"/><Relationship Id="rId29" Type="http://schemas.openxmlformats.org/officeDocument/2006/relationships/slideLayout" Target="../slideLayouts/slideLayout102.xml"/><Relationship Id="rId1" Type="http://schemas.openxmlformats.org/officeDocument/2006/relationships/slideLayout" Target="../slideLayouts/slideLayout74.xml"/><Relationship Id="rId6" Type="http://schemas.openxmlformats.org/officeDocument/2006/relationships/slideLayout" Target="../slideLayouts/slideLayout79.xml"/><Relationship Id="rId11" Type="http://schemas.openxmlformats.org/officeDocument/2006/relationships/slideLayout" Target="../slideLayouts/slideLayout84.xml"/><Relationship Id="rId24" Type="http://schemas.openxmlformats.org/officeDocument/2006/relationships/slideLayout" Target="../slideLayouts/slideLayout97.xml"/><Relationship Id="rId32" Type="http://schemas.openxmlformats.org/officeDocument/2006/relationships/slideLayout" Target="../slideLayouts/slideLayout105.xml"/><Relationship Id="rId5" Type="http://schemas.openxmlformats.org/officeDocument/2006/relationships/slideLayout" Target="../slideLayouts/slideLayout78.xml"/><Relationship Id="rId15" Type="http://schemas.openxmlformats.org/officeDocument/2006/relationships/slideLayout" Target="../slideLayouts/slideLayout88.xml"/><Relationship Id="rId23" Type="http://schemas.openxmlformats.org/officeDocument/2006/relationships/slideLayout" Target="../slideLayouts/slideLayout96.xml"/><Relationship Id="rId28" Type="http://schemas.openxmlformats.org/officeDocument/2006/relationships/slideLayout" Target="../slideLayouts/slideLayout101.xml"/><Relationship Id="rId36" Type="http://schemas.openxmlformats.org/officeDocument/2006/relationships/image" Target="../media/image15.svg"/><Relationship Id="rId10" Type="http://schemas.openxmlformats.org/officeDocument/2006/relationships/slideLayout" Target="../slideLayouts/slideLayout83.xml"/><Relationship Id="rId19" Type="http://schemas.openxmlformats.org/officeDocument/2006/relationships/slideLayout" Target="../slideLayouts/slideLayout92.xml"/><Relationship Id="rId31" Type="http://schemas.openxmlformats.org/officeDocument/2006/relationships/slideLayout" Target="../slideLayouts/slideLayout104.xml"/><Relationship Id="rId4" Type="http://schemas.openxmlformats.org/officeDocument/2006/relationships/slideLayout" Target="../slideLayouts/slideLayout77.xml"/><Relationship Id="rId9" Type="http://schemas.openxmlformats.org/officeDocument/2006/relationships/slideLayout" Target="../slideLayouts/slideLayout82.xml"/><Relationship Id="rId14" Type="http://schemas.openxmlformats.org/officeDocument/2006/relationships/slideLayout" Target="../slideLayouts/slideLayout87.xml"/><Relationship Id="rId22" Type="http://schemas.openxmlformats.org/officeDocument/2006/relationships/slideLayout" Target="../slideLayouts/slideLayout95.xml"/><Relationship Id="rId27" Type="http://schemas.openxmlformats.org/officeDocument/2006/relationships/slideLayout" Target="../slideLayouts/slideLayout100.xml"/><Relationship Id="rId30" Type="http://schemas.openxmlformats.org/officeDocument/2006/relationships/slideLayout" Target="../slideLayouts/slideLayout103.xml"/><Relationship Id="rId35" Type="http://schemas.openxmlformats.org/officeDocument/2006/relationships/image" Target="../media/image14.png"/><Relationship Id="rId8" Type="http://schemas.openxmlformats.org/officeDocument/2006/relationships/slideLayout" Target="../slideLayouts/slideLayout81.xml"/></Relationships>
</file>

<file path=ppt/slideMasters/_rels/slideMaster5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19.xml"/><Relationship Id="rId18" Type="http://schemas.openxmlformats.org/officeDocument/2006/relationships/slideLayout" Target="../slideLayouts/slideLayout124.xml"/><Relationship Id="rId26" Type="http://schemas.openxmlformats.org/officeDocument/2006/relationships/slideLayout" Target="../slideLayouts/slideLayout132.xml"/><Relationship Id="rId3" Type="http://schemas.openxmlformats.org/officeDocument/2006/relationships/slideLayout" Target="../slideLayouts/slideLayout109.xml"/><Relationship Id="rId21" Type="http://schemas.openxmlformats.org/officeDocument/2006/relationships/slideLayout" Target="../slideLayouts/slideLayout127.xml"/><Relationship Id="rId7" Type="http://schemas.openxmlformats.org/officeDocument/2006/relationships/slideLayout" Target="../slideLayouts/slideLayout113.xml"/><Relationship Id="rId12" Type="http://schemas.openxmlformats.org/officeDocument/2006/relationships/slideLayout" Target="../slideLayouts/slideLayout118.xml"/><Relationship Id="rId17" Type="http://schemas.openxmlformats.org/officeDocument/2006/relationships/slideLayout" Target="../slideLayouts/slideLayout123.xml"/><Relationship Id="rId25" Type="http://schemas.openxmlformats.org/officeDocument/2006/relationships/slideLayout" Target="../slideLayouts/slideLayout131.xml"/><Relationship Id="rId33" Type="http://schemas.openxmlformats.org/officeDocument/2006/relationships/image" Target="../media/image10.png"/><Relationship Id="rId2" Type="http://schemas.openxmlformats.org/officeDocument/2006/relationships/slideLayout" Target="../slideLayouts/slideLayout108.xml"/><Relationship Id="rId16" Type="http://schemas.openxmlformats.org/officeDocument/2006/relationships/slideLayout" Target="../slideLayouts/slideLayout122.xml"/><Relationship Id="rId20" Type="http://schemas.openxmlformats.org/officeDocument/2006/relationships/slideLayout" Target="../slideLayouts/slideLayout126.xml"/><Relationship Id="rId29" Type="http://schemas.openxmlformats.org/officeDocument/2006/relationships/slideLayout" Target="../slideLayouts/slideLayout135.xml"/><Relationship Id="rId1" Type="http://schemas.openxmlformats.org/officeDocument/2006/relationships/slideLayout" Target="../slideLayouts/slideLayout107.xml"/><Relationship Id="rId6" Type="http://schemas.openxmlformats.org/officeDocument/2006/relationships/slideLayout" Target="../slideLayouts/slideLayout112.xml"/><Relationship Id="rId11" Type="http://schemas.openxmlformats.org/officeDocument/2006/relationships/slideLayout" Target="../slideLayouts/slideLayout117.xml"/><Relationship Id="rId24" Type="http://schemas.openxmlformats.org/officeDocument/2006/relationships/slideLayout" Target="../slideLayouts/slideLayout130.xml"/><Relationship Id="rId32" Type="http://schemas.openxmlformats.org/officeDocument/2006/relationships/image" Target="../media/image9.png"/><Relationship Id="rId5" Type="http://schemas.openxmlformats.org/officeDocument/2006/relationships/slideLayout" Target="../slideLayouts/slideLayout111.xml"/><Relationship Id="rId15" Type="http://schemas.openxmlformats.org/officeDocument/2006/relationships/slideLayout" Target="../slideLayouts/slideLayout121.xml"/><Relationship Id="rId23" Type="http://schemas.openxmlformats.org/officeDocument/2006/relationships/slideLayout" Target="../slideLayouts/slideLayout129.xml"/><Relationship Id="rId28" Type="http://schemas.openxmlformats.org/officeDocument/2006/relationships/slideLayout" Target="../slideLayouts/slideLayout134.xml"/><Relationship Id="rId10" Type="http://schemas.openxmlformats.org/officeDocument/2006/relationships/slideLayout" Target="../slideLayouts/slideLayout116.xml"/><Relationship Id="rId19" Type="http://schemas.openxmlformats.org/officeDocument/2006/relationships/slideLayout" Target="../slideLayouts/slideLayout125.xml"/><Relationship Id="rId31" Type="http://schemas.openxmlformats.org/officeDocument/2006/relationships/theme" Target="../theme/theme5.xml"/><Relationship Id="rId4" Type="http://schemas.openxmlformats.org/officeDocument/2006/relationships/slideLayout" Target="../slideLayouts/slideLayout110.xml"/><Relationship Id="rId9" Type="http://schemas.openxmlformats.org/officeDocument/2006/relationships/slideLayout" Target="../slideLayouts/slideLayout115.xml"/><Relationship Id="rId14" Type="http://schemas.openxmlformats.org/officeDocument/2006/relationships/slideLayout" Target="../slideLayouts/slideLayout120.xml"/><Relationship Id="rId22" Type="http://schemas.openxmlformats.org/officeDocument/2006/relationships/slideLayout" Target="../slideLayouts/slideLayout128.xml"/><Relationship Id="rId27" Type="http://schemas.openxmlformats.org/officeDocument/2006/relationships/slideLayout" Target="../slideLayouts/slideLayout133.xml"/><Relationship Id="rId30" Type="http://schemas.openxmlformats.org/officeDocument/2006/relationships/slideLayout" Target="../slideLayouts/slideLayout136.xml"/><Relationship Id="rId8" Type="http://schemas.openxmlformats.org/officeDocument/2006/relationships/slideLayout" Target="../slideLayouts/slideLayout1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1C80E488-8534-4743-924A-62CA17A7A192}"/>
              </a:ext>
            </a:extLst>
          </p:cNvPr>
          <p:cNvSpPr/>
          <p:nvPr/>
        </p:nvSpPr>
        <p:spPr>
          <a:xfrm>
            <a:off x="0" y="6407451"/>
            <a:ext cx="11736987" cy="450549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5F27ABEE-91E1-420E-AD52-066ECB7CBDFC}"/>
              </a:ext>
            </a:extLst>
          </p:cNvPr>
          <p:cNvSpPr/>
          <p:nvPr/>
        </p:nvSpPr>
        <p:spPr>
          <a:xfrm rot="5400000">
            <a:off x="8758537" y="2978453"/>
            <a:ext cx="6407450" cy="450549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3" name="Body Level One…"/>
          <p:cNvSpPr txBox="1">
            <a:spLocks noGrp="1"/>
          </p:cNvSpPr>
          <p:nvPr>
            <p:ph type="body" idx="1"/>
          </p:nvPr>
        </p:nvSpPr>
        <p:spPr>
          <a:xfrm>
            <a:off x="592915" y="1524000"/>
            <a:ext cx="10972801" cy="472440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normAutofit/>
          </a:bodyPr>
          <a:lstStyle/>
          <a:p>
            <a:r>
              <a:rPr lang="en-US" dirty="0"/>
              <a:t>Body copy Intel clear light 28 point</a:t>
            </a:r>
          </a:p>
          <a:p>
            <a:pPr lvl="1"/>
            <a:r>
              <a:rPr lang="en-US" dirty="0"/>
              <a:t>Sub Bullet one 24 point</a:t>
            </a:r>
          </a:p>
          <a:p>
            <a:pPr lvl="2"/>
            <a:r>
              <a:rPr lang="en-US" dirty="0"/>
              <a:t>Sub Bullet two 20 point</a:t>
            </a:r>
          </a:p>
          <a:p>
            <a:pPr lvl="3"/>
            <a:r>
              <a:rPr lang="en-US" dirty="0"/>
              <a:t>Sub Bullet three 18 point</a:t>
            </a:r>
          </a:p>
          <a:p>
            <a:pPr lvl="4"/>
            <a:r>
              <a:rPr lang="en-US" dirty="0"/>
              <a:t>Sub Bullet four 16 point</a:t>
            </a:r>
            <a:br>
              <a:rPr lang="en-US" dirty="0"/>
            </a:br>
            <a:endParaRPr lang="en-US" dirty="0"/>
          </a:p>
          <a:p>
            <a:pPr lvl="2"/>
            <a:endParaRPr dirty="0"/>
          </a:p>
        </p:txBody>
      </p:sp>
      <p:sp>
        <p:nvSpPr>
          <p:cNvPr id="4" name="Title Text"/>
          <p:cNvSpPr txBox="1">
            <a:spLocks noGrp="1"/>
          </p:cNvSpPr>
          <p:nvPr>
            <p:ph type="title"/>
          </p:nvPr>
        </p:nvSpPr>
        <p:spPr>
          <a:xfrm>
            <a:off x="592916" y="571500"/>
            <a:ext cx="10972801" cy="88367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noAutofit/>
          </a:bodyPr>
          <a:lstStyle/>
          <a:p>
            <a:r>
              <a:rPr lang="en-US" dirty="0"/>
              <a:t>40pt Intel Clear Light Text Goes Here</a:t>
            </a:r>
            <a:endParaRPr dirty="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6D33D527-2918-4752-A9A7-0BDBA010BB39}"/>
              </a:ext>
            </a:extLst>
          </p:cNvPr>
          <p:cNvSpPr/>
          <p:nvPr/>
        </p:nvSpPr>
        <p:spPr>
          <a:xfrm>
            <a:off x="5061107" y="6562504"/>
            <a:ext cx="2069797" cy="2314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1000" dirty="0">
                <a:solidFill>
                  <a:schemeClr val="bg2"/>
                </a:solidFill>
              </a:rPr>
              <a:t>Intel Confidential – Internal Only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FE2005A-EE28-4562-A018-55A90BB1BA11}"/>
              </a:ext>
            </a:extLst>
          </p:cNvPr>
          <p:cNvSpPr/>
          <p:nvPr/>
        </p:nvSpPr>
        <p:spPr>
          <a:xfrm>
            <a:off x="483010" y="6562504"/>
            <a:ext cx="1630575" cy="2314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l"/>
            <a:r>
              <a:rPr lang="en-US" sz="1000" dirty="0">
                <a:solidFill>
                  <a:schemeClr val="bg2"/>
                </a:solidFill>
              </a:rPr>
              <a:t>Ethernet Products Group</a:t>
            </a:r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DCACDBB0-BD96-446C-8F63-C56E4AA10FBD}"/>
              </a:ext>
            </a:extLst>
          </p:cNvPr>
          <p:cNvPicPr>
            <a:picLocks noChangeAspect="1"/>
          </p:cNvPicPr>
          <p:nvPr/>
        </p:nvPicPr>
        <p:blipFill>
          <a:blip r:embed="rId33">
            <a:extLst>
              <a:ext uri="{96DAC541-7B7A-43D3-8B79-37D633B846F1}">
                <asvg:svgBlip xmlns:asvg="http://schemas.microsoft.com/office/drawing/2016/SVG/main" r:embed="rId34"/>
              </a:ext>
            </a:extLst>
          </a:blip>
          <a:stretch>
            <a:fillRect/>
          </a:stretch>
        </p:blipFill>
        <p:spPr>
          <a:xfrm>
            <a:off x="11137466" y="6554735"/>
            <a:ext cx="476084" cy="177524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51520E06-BF98-49FF-91DB-15EBE855DD9E}"/>
              </a:ext>
            </a:extLst>
          </p:cNvPr>
          <p:cNvSpPr txBox="1"/>
          <p:nvPr/>
        </p:nvSpPr>
        <p:spPr>
          <a:xfrm>
            <a:off x="11908632" y="6579173"/>
            <a:ext cx="128240" cy="123111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0" tIns="0" rIns="0" bIns="0" numCol="1" spcCol="38100" rtlCol="0" anchor="t" anchorCtr="0">
            <a:spAutoFit/>
          </a:bodyPr>
          <a:lstStyle/>
          <a:p>
            <a:pPr marL="0" marR="0" indent="0" algn="ctr" defTabSz="2438338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fld id="{4F6B73DA-0149-4325-A7B8-AE29BD4BC701}" type="slidenum">
              <a:rPr kumimoji="0" lang="en-US" sz="800" b="0" i="0" u="none" strike="noStrike" cap="none" spc="0" normalizeH="0" baseline="0" smtClean="0">
                <a:ln>
                  <a:noFill/>
                </a:ln>
                <a:solidFill>
                  <a:schemeClr val="bg2"/>
                </a:solidFill>
                <a:effectLst/>
                <a:uFillTx/>
                <a:latin typeface="+mn-lt"/>
                <a:ea typeface="+mn-ea"/>
                <a:cs typeface="+mn-cs"/>
                <a:sym typeface="Helvetica Neue"/>
              </a:rPr>
              <a:pPr marL="0" marR="0" indent="0" algn="ctr" defTabSz="2438338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t>‹#›</a:t>
            </a:fld>
            <a:endParaRPr kumimoji="0" lang="en-US" sz="800" b="0" i="0" u="none" strike="noStrike" cap="none" spc="0" normalizeH="0" baseline="0" dirty="0" err="1">
              <a:ln>
                <a:noFill/>
              </a:ln>
              <a:solidFill>
                <a:schemeClr val="bg2"/>
              </a:solidFill>
              <a:effectLst/>
              <a:uFillTx/>
              <a:latin typeface="+mn-lt"/>
              <a:ea typeface="+mn-ea"/>
              <a:cs typeface="+mn-cs"/>
              <a:sym typeface="Helvetica Neue"/>
            </a:endParaRPr>
          </a:p>
        </p:txBody>
      </p:sp>
    </p:spTree>
    <p:extLst>
      <p:ext uri="{BB962C8B-B14F-4D97-AF65-F5344CB8AC3E}">
        <p14:creationId xmlns:p14="http://schemas.microsoft.com/office/powerpoint/2010/main" val="184269239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  <p:sldLayoutId id="2147483678" r:id="rId18"/>
    <p:sldLayoutId id="2147483679" r:id="rId19"/>
    <p:sldLayoutId id="2147483680" r:id="rId20"/>
    <p:sldLayoutId id="2147483681" r:id="rId21"/>
    <p:sldLayoutId id="2147483682" r:id="rId22"/>
    <p:sldLayoutId id="2147483683" r:id="rId23"/>
    <p:sldLayoutId id="2147483684" r:id="rId24"/>
    <p:sldLayoutId id="2147483685" r:id="rId25"/>
    <p:sldLayoutId id="2147483686" r:id="rId26"/>
    <p:sldLayoutId id="2147483687" r:id="rId27"/>
    <p:sldLayoutId id="2147483688" r:id="rId28"/>
    <p:sldLayoutId id="2147483689" r:id="rId29"/>
    <p:sldLayoutId id="2147483690" r:id="rId30"/>
    <p:sldLayoutId id="2147483691" r:id="rId31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xStyles>
    <p:titleStyle>
      <a:lvl1pPr marL="0" marR="0" indent="0" algn="l" defTabSz="609600" eaLnBrk="1" latinLnBrk="0" hangingPunct="1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000" b="0" i="0" u="none" strike="noStrike" cap="none" spc="0" baseline="0">
          <a:solidFill>
            <a:schemeClr val="bg2"/>
          </a:solidFill>
          <a:uFillTx/>
          <a:latin typeface="Intel Clear Light" panose="020B0404020203020204" pitchFamily="34" charset="0"/>
          <a:ea typeface="Intel Clear Light" panose="020B0404020203020204" pitchFamily="34" charset="0"/>
          <a:cs typeface="Intel Clear Light" panose="020B0404020203020204" pitchFamily="34" charset="0"/>
          <a:sym typeface="Helvetica"/>
        </a:defRPr>
      </a:lvl1pPr>
      <a:lvl2pPr marL="0" marR="0" indent="0" algn="l" defTabSz="609600" eaLnBrk="1" latinLnBrk="0" hangingPunct="1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3300" b="1" i="0" u="none" strike="noStrike" cap="none" spc="0" baseline="0">
          <a:solidFill>
            <a:srgbClr val="535353"/>
          </a:solidFill>
          <a:uFillTx/>
          <a:latin typeface="Helvetica"/>
          <a:ea typeface="Helvetica"/>
          <a:cs typeface="Helvetica"/>
          <a:sym typeface="Helvetica"/>
        </a:defRPr>
      </a:lvl2pPr>
      <a:lvl3pPr marL="0" marR="0" indent="0" algn="l" defTabSz="609600" eaLnBrk="1" latinLnBrk="0" hangingPunct="1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3300" b="1" i="0" u="none" strike="noStrike" cap="none" spc="0" baseline="0">
          <a:solidFill>
            <a:srgbClr val="535353"/>
          </a:solidFill>
          <a:uFillTx/>
          <a:latin typeface="Helvetica"/>
          <a:ea typeface="Helvetica"/>
          <a:cs typeface="Helvetica"/>
          <a:sym typeface="Helvetica"/>
        </a:defRPr>
      </a:lvl3pPr>
      <a:lvl4pPr marL="0" marR="0" indent="0" algn="l" defTabSz="609600" eaLnBrk="1" latinLnBrk="0" hangingPunct="1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3300" b="1" i="0" u="none" strike="noStrike" cap="none" spc="0" baseline="0">
          <a:solidFill>
            <a:srgbClr val="535353"/>
          </a:solidFill>
          <a:uFillTx/>
          <a:latin typeface="Helvetica"/>
          <a:ea typeface="Helvetica"/>
          <a:cs typeface="Helvetica"/>
          <a:sym typeface="Helvetica"/>
        </a:defRPr>
      </a:lvl4pPr>
      <a:lvl5pPr marL="0" marR="0" indent="0" algn="l" defTabSz="609600" eaLnBrk="1" latinLnBrk="0" hangingPunct="1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3300" b="1" i="0" u="none" strike="noStrike" cap="none" spc="0" baseline="0">
          <a:solidFill>
            <a:srgbClr val="535353"/>
          </a:solidFill>
          <a:uFillTx/>
          <a:latin typeface="Helvetica"/>
          <a:ea typeface="Helvetica"/>
          <a:cs typeface="Helvetica"/>
          <a:sym typeface="Helvetica"/>
        </a:defRPr>
      </a:lvl5pPr>
      <a:lvl6pPr marL="0" marR="0" indent="0" algn="l" defTabSz="609600" eaLnBrk="1" latinLnBrk="0" hangingPunct="1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3300" b="1" i="0" u="none" strike="noStrike" cap="none" spc="0" baseline="0">
          <a:solidFill>
            <a:srgbClr val="535353"/>
          </a:solidFill>
          <a:uFillTx/>
          <a:latin typeface="Helvetica"/>
          <a:ea typeface="Helvetica"/>
          <a:cs typeface="Helvetica"/>
          <a:sym typeface="Helvetica"/>
        </a:defRPr>
      </a:lvl6pPr>
      <a:lvl7pPr marL="0" marR="0" indent="0" algn="l" defTabSz="609600" eaLnBrk="1" latinLnBrk="0" hangingPunct="1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3300" b="1" i="0" u="none" strike="noStrike" cap="none" spc="0" baseline="0">
          <a:solidFill>
            <a:srgbClr val="535353"/>
          </a:solidFill>
          <a:uFillTx/>
          <a:latin typeface="Helvetica"/>
          <a:ea typeface="Helvetica"/>
          <a:cs typeface="Helvetica"/>
          <a:sym typeface="Helvetica"/>
        </a:defRPr>
      </a:lvl7pPr>
      <a:lvl8pPr marL="0" marR="0" indent="0" algn="l" defTabSz="609600" eaLnBrk="1" latinLnBrk="0" hangingPunct="1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3300" b="1" i="0" u="none" strike="noStrike" cap="none" spc="0" baseline="0">
          <a:solidFill>
            <a:srgbClr val="535353"/>
          </a:solidFill>
          <a:uFillTx/>
          <a:latin typeface="Helvetica"/>
          <a:ea typeface="Helvetica"/>
          <a:cs typeface="Helvetica"/>
          <a:sym typeface="Helvetica"/>
        </a:defRPr>
      </a:lvl8pPr>
      <a:lvl9pPr marL="0" marR="0" indent="0" algn="l" defTabSz="609600" eaLnBrk="1" latinLnBrk="0" hangingPunct="1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3300" b="1" i="0" u="none" strike="noStrike" cap="none" spc="0" baseline="0">
          <a:solidFill>
            <a:srgbClr val="535353"/>
          </a:solidFill>
          <a:uFillTx/>
          <a:latin typeface="Helvetica"/>
          <a:ea typeface="Helvetica"/>
          <a:cs typeface="Helvetica"/>
          <a:sym typeface="Helvetica"/>
        </a:defRPr>
      </a:lvl9pPr>
    </p:titleStyle>
    <p:bodyStyle>
      <a:lvl1pPr marL="228600" marR="0" indent="-228600" algn="l" defTabSz="609600" eaLnBrk="1" latinLnBrk="0" hangingPunct="1">
        <a:lnSpc>
          <a:spcPct val="100000"/>
        </a:lnSpc>
        <a:spcBef>
          <a:spcPts val="1200"/>
        </a:spcBef>
        <a:spcAft>
          <a:spcPts val="0"/>
        </a:spcAft>
        <a:buClrTx/>
        <a:buSzTx/>
        <a:buFont typeface="Wingdings" pitchFamily="2" charset="2"/>
        <a:buChar char="§"/>
        <a:tabLst/>
        <a:defRPr sz="2800" b="0" i="0" u="none" strike="noStrike" cap="none" spc="0" baseline="0">
          <a:solidFill>
            <a:schemeClr val="bg2"/>
          </a:solidFill>
          <a:uFillTx/>
          <a:latin typeface="Intel Clear Light" panose="020B0404020203020204" pitchFamily="34" charset="0"/>
          <a:ea typeface="Intel Clear Light" panose="020B0404020203020204" pitchFamily="34" charset="0"/>
          <a:cs typeface="Intel Clear Light" panose="020B0404020203020204" pitchFamily="34" charset="0"/>
          <a:sym typeface="Helvetica"/>
        </a:defRPr>
      </a:lvl1pPr>
      <a:lvl2pPr marL="431800" marR="0" indent="-203200" algn="l" defTabSz="609600" eaLnBrk="1" latinLnBrk="0" hangingPunct="1">
        <a:lnSpc>
          <a:spcPct val="100000"/>
        </a:lnSpc>
        <a:spcBef>
          <a:spcPts val="1200"/>
        </a:spcBef>
        <a:spcAft>
          <a:spcPts val="0"/>
        </a:spcAft>
        <a:buClrTx/>
        <a:buSzTx/>
        <a:buFont typeface="Arial" panose="020B0604020202020204" pitchFamily="34" charset="0"/>
        <a:buChar char="•"/>
        <a:tabLst/>
        <a:defRPr sz="2400" b="0" i="0" u="none" strike="noStrike" cap="none" spc="0" baseline="0">
          <a:solidFill>
            <a:schemeClr val="bg2"/>
          </a:solidFill>
          <a:uFillTx/>
          <a:latin typeface="Intel Clear Light" panose="020B0404020203020204" pitchFamily="34" charset="0"/>
          <a:ea typeface="Intel Clear Light" panose="020B0404020203020204" pitchFamily="34" charset="0"/>
          <a:cs typeface="Intel Clear Light" panose="020B0404020203020204" pitchFamily="34" charset="0"/>
          <a:sym typeface="Helvetica"/>
        </a:defRPr>
      </a:lvl2pPr>
      <a:lvl3pPr marL="686594" marR="0" indent="-197644" algn="l" defTabSz="609600" eaLnBrk="1" latinLnBrk="0" hangingPunct="1">
        <a:lnSpc>
          <a:spcPct val="100000"/>
        </a:lnSpc>
        <a:spcBef>
          <a:spcPts val="1200"/>
        </a:spcBef>
        <a:spcAft>
          <a:spcPts val="0"/>
        </a:spcAft>
        <a:buClrTx/>
        <a:buSzTx/>
        <a:buFont typeface="Arial" panose="020B0604020202020204" pitchFamily="34" charset="0"/>
        <a:buChar char="•"/>
        <a:tabLst/>
        <a:defRPr sz="1800" b="0" i="0" u="none" strike="noStrike" cap="none" spc="0" baseline="0">
          <a:solidFill>
            <a:schemeClr val="bg2"/>
          </a:solidFill>
          <a:uFillTx/>
          <a:latin typeface="Intel Clear Light" panose="020B0404020203020204" pitchFamily="34" charset="0"/>
          <a:ea typeface="Intel Clear Light" panose="020B0404020203020204" pitchFamily="34" charset="0"/>
          <a:cs typeface="Intel Clear Light" panose="020B0404020203020204" pitchFamily="34" charset="0"/>
          <a:sym typeface="Helvetica"/>
        </a:defRPr>
      </a:lvl3pPr>
      <a:lvl4pPr marL="919957" marR="0" indent="-228600" algn="l" defTabSz="609600" eaLnBrk="1" latinLnBrk="0" hangingPunct="1">
        <a:lnSpc>
          <a:spcPct val="100000"/>
        </a:lnSpc>
        <a:spcBef>
          <a:spcPts val="1200"/>
        </a:spcBef>
        <a:spcAft>
          <a:spcPts val="0"/>
        </a:spcAft>
        <a:buClrTx/>
        <a:buSzTx/>
        <a:buFont typeface="Arial" panose="020B0604020202020204" pitchFamily="34" charset="0"/>
        <a:buChar char="•"/>
        <a:tabLst/>
        <a:defRPr sz="1800" b="0" i="0" u="none" strike="noStrike" cap="none" spc="0" baseline="0">
          <a:solidFill>
            <a:schemeClr val="bg2"/>
          </a:solidFill>
          <a:uFillTx/>
          <a:latin typeface="Intel Clear Light" panose="020B0404020203020204" pitchFamily="34" charset="0"/>
          <a:ea typeface="Intel Clear Light" panose="020B0404020203020204" pitchFamily="34" charset="0"/>
          <a:cs typeface="Intel Clear Light" panose="020B0404020203020204" pitchFamily="34" charset="0"/>
          <a:sym typeface="Helvetica"/>
        </a:defRPr>
      </a:lvl4pPr>
      <a:lvl5pPr marL="1148557" marR="0" indent="-228600" algn="l" defTabSz="609600" eaLnBrk="1" latinLnBrk="0" hangingPunct="1">
        <a:lnSpc>
          <a:spcPct val="100000"/>
        </a:lnSpc>
        <a:spcBef>
          <a:spcPts val="1200"/>
        </a:spcBef>
        <a:spcAft>
          <a:spcPts val="0"/>
        </a:spcAft>
        <a:buClrTx/>
        <a:buSzTx/>
        <a:buFont typeface="Arial" panose="020B0604020202020204" pitchFamily="34" charset="0"/>
        <a:buChar char="•"/>
        <a:tabLst/>
        <a:defRPr sz="1600" b="0" i="0" u="none" strike="noStrike" cap="none" spc="0" baseline="0">
          <a:solidFill>
            <a:schemeClr val="bg2"/>
          </a:solidFill>
          <a:uFillTx/>
          <a:latin typeface="Intel Clear Light" panose="020B0404020203020204" pitchFamily="34" charset="0"/>
          <a:ea typeface="Intel Clear Light" panose="020B0404020203020204" pitchFamily="34" charset="0"/>
          <a:cs typeface="Intel Clear Light" panose="020B0404020203020204" pitchFamily="34" charset="0"/>
          <a:sym typeface="Helvetica"/>
        </a:defRPr>
      </a:lvl5pPr>
      <a:lvl6pPr marL="0" marR="0" indent="571500" algn="l" defTabSz="609600" eaLnBrk="1" latinLnBrk="0" hangingPunct="1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300" b="0" i="0" u="none" strike="noStrike" cap="none" spc="0" baseline="0">
          <a:solidFill>
            <a:srgbClr val="5E5E5E"/>
          </a:solidFill>
          <a:uFillTx/>
          <a:latin typeface="Helvetica"/>
          <a:ea typeface="Helvetica"/>
          <a:cs typeface="Helvetica"/>
          <a:sym typeface="Helvetica"/>
        </a:defRPr>
      </a:lvl6pPr>
      <a:lvl7pPr marL="0" marR="0" indent="685800" algn="l" defTabSz="609600" eaLnBrk="1" latinLnBrk="0" hangingPunct="1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300" b="0" i="0" u="none" strike="noStrike" cap="none" spc="0" baseline="0">
          <a:solidFill>
            <a:srgbClr val="5E5E5E"/>
          </a:solidFill>
          <a:uFillTx/>
          <a:latin typeface="Helvetica"/>
          <a:ea typeface="Helvetica"/>
          <a:cs typeface="Helvetica"/>
          <a:sym typeface="Helvetica"/>
        </a:defRPr>
      </a:lvl7pPr>
      <a:lvl8pPr marL="0" marR="0" indent="800100" algn="l" defTabSz="609600" eaLnBrk="1" latinLnBrk="0" hangingPunct="1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300" b="0" i="0" u="none" strike="noStrike" cap="none" spc="0" baseline="0">
          <a:solidFill>
            <a:srgbClr val="5E5E5E"/>
          </a:solidFill>
          <a:uFillTx/>
          <a:latin typeface="Helvetica"/>
          <a:ea typeface="Helvetica"/>
          <a:cs typeface="Helvetica"/>
          <a:sym typeface="Helvetica"/>
        </a:defRPr>
      </a:lvl8pPr>
      <a:lvl9pPr marL="0" marR="0" indent="914400" algn="l" defTabSz="609600" eaLnBrk="1" latinLnBrk="0" hangingPunct="1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300" b="0" i="0" u="none" strike="noStrike" cap="none" spc="0" baseline="0">
          <a:solidFill>
            <a:srgbClr val="5E5E5E"/>
          </a:solidFill>
          <a:uFillTx/>
          <a:latin typeface="Helvetica"/>
          <a:ea typeface="Helvetica"/>
          <a:cs typeface="Helvetica"/>
          <a:sym typeface="Helvetica"/>
        </a:defRPr>
      </a:lvl9pPr>
    </p:bodyStyle>
    <p:otherStyle>
      <a:lvl1pPr marL="0" marR="0" indent="0" algn="r" defTabSz="60960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0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Intel Clear"/>
        </a:defRPr>
      </a:lvl1pPr>
      <a:lvl2pPr marL="0" marR="0" indent="228600" algn="r" defTabSz="60960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0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Intel Clear"/>
        </a:defRPr>
      </a:lvl2pPr>
      <a:lvl3pPr marL="0" marR="0" indent="457200" algn="r" defTabSz="60960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0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Intel Clear"/>
        </a:defRPr>
      </a:lvl3pPr>
      <a:lvl4pPr marL="0" marR="0" indent="685800" algn="r" defTabSz="60960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0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Intel Clear"/>
        </a:defRPr>
      </a:lvl4pPr>
      <a:lvl5pPr marL="0" marR="0" indent="914400" algn="r" defTabSz="60960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0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Intel Clear"/>
        </a:defRPr>
      </a:lvl5pPr>
      <a:lvl6pPr marL="0" marR="0" indent="1143000" algn="r" defTabSz="60960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0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Intel Clear"/>
        </a:defRPr>
      </a:lvl6pPr>
      <a:lvl7pPr marL="0" marR="0" indent="1371600" algn="r" defTabSz="60960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0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Intel Clear"/>
        </a:defRPr>
      </a:lvl7pPr>
      <a:lvl8pPr marL="0" marR="0" indent="1600200" algn="r" defTabSz="60960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0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Intel Clear"/>
        </a:defRPr>
      </a:lvl8pPr>
      <a:lvl9pPr marL="0" marR="0" indent="1828800" algn="r" defTabSz="60960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0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Intel Clear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-2116" y="6345936"/>
            <a:ext cx="12192000" cy="512064"/>
          </a:xfrm>
          <a:prstGeom prst="rect">
            <a:avLst/>
          </a:prstGeom>
          <a:gradFill flip="none" rotWithShape="1">
            <a:gsLst>
              <a:gs pos="32000">
                <a:schemeClr val="tx2"/>
              </a:gs>
              <a:gs pos="95000">
                <a:srgbClr val="009FDF"/>
              </a:gs>
              <a:gs pos="78000">
                <a:srgbClr val="0071C5"/>
              </a:gs>
            </a:gsLst>
            <a:lin ang="19860000" scaled="0"/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362" dirty="0"/>
          </a:p>
        </p:txBody>
      </p:sp>
      <p:pic>
        <p:nvPicPr>
          <p:cNvPr id="11" name="Picture 2" descr="\\.psf\Home\Desktop\Intel.png"/>
          <p:cNvPicPr>
            <a:picLocks noChangeAspect="1" noChangeArrowheads="1"/>
          </p:cNvPicPr>
          <p:nvPr/>
        </p:nvPicPr>
        <p:blipFill>
          <a:blip r:embed="rId3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986553" y="6441883"/>
            <a:ext cx="485782" cy="320175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23928" y="362355"/>
            <a:ext cx="11539912" cy="683108"/>
          </a:xfrm>
          <a:prstGeom prst="rect">
            <a:avLst/>
          </a:prstGeom>
        </p:spPr>
        <p:txBody>
          <a:bodyPr vert="horz" wrap="none" lIns="91440" tIns="91440" rIns="91440" bIns="91440" rtlCol="0" anchor="ctr" anchorCtr="0">
            <a:noAutofit/>
          </a:bodyPr>
          <a:lstStyle/>
          <a:p>
            <a:r>
              <a:rPr lang="en-US" dirty="0"/>
              <a:t>28pt Intel Clear Headline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25042" y="1115199"/>
            <a:ext cx="11537685" cy="5057001"/>
          </a:xfrm>
          <a:prstGeom prst="rect">
            <a:avLst/>
          </a:prstGeom>
        </p:spPr>
        <p:txBody>
          <a:bodyPr vert="horz" lIns="91440" tIns="91440" rIns="91440" bIns="91440" rtlCol="0">
            <a:normAutofit/>
          </a:bodyPr>
          <a:lstStyle/>
          <a:p>
            <a:pPr lvl="0"/>
            <a:r>
              <a:rPr lang="en-US" dirty="0"/>
              <a:t>18pt Intel Clear body text</a:t>
            </a:r>
          </a:p>
          <a:p>
            <a:pPr lvl="1"/>
            <a:r>
              <a:rPr lang="en-US" dirty="0" err="1"/>
              <a:t>asdf</a:t>
            </a:r>
            <a:endParaRPr lang="en-US" dirty="0"/>
          </a:p>
          <a:p>
            <a:pPr lvl="2"/>
            <a:r>
              <a:rPr lang="en-US" dirty="0" err="1"/>
              <a:t>asdf</a:t>
            </a:r>
            <a:endParaRPr lang="en-US" dirty="0"/>
          </a:p>
          <a:p>
            <a:pPr lvl="3"/>
            <a:r>
              <a:rPr lang="en-US" dirty="0" err="1"/>
              <a:t>asdf</a:t>
            </a:r>
            <a:endParaRPr lang="en-US" dirty="0"/>
          </a:p>
          <a:p>
            <a:pPr lvl="4"/>
            <a:r>
              <a:rPr lang="en-US" dirty="0" err="1"/>
              <a:t>asdf</a:t>
            </a:r>
            <a:endParaRPr lang="en-US" dirty="0"/>
          </a:p>
          <a:p>
            <a:pPr lvl="5"/>
            <a:r>
              <a:rPr lang="en-US" dirty="0" err="1"/>
              <a:t>asdf</a:t>
            </a:r>
            <a:endParaRPr lang="en-US" dirty="0"/>
          </a:p>
          <a:p>
            <a:pPr lvl="6"/>
            <a:r>
              <a:rPr lang="en-US" dirty="0" err="1"/>
              <a:t>asdf</a:t>
            </a:r>
            <a:endParaRPr lang="en-US" dirty="0"/>
          </a:p>
          <a:p>
            <a:pPr lvl="7"/>
            <a:r>
              <a:rPr lang="en-US" dirty="0" err="1"/>
              <a:t>asdf</a:t>
            </a:r>
            <a:endParaRPr lang="en-US" dirty="0"/>
          </a:p>
        </p:txBody>
      </p:sp>
      <p:pic>
        <p:nvPicPr>
          <p:cNvPr id="23" name="Picture 22"/>
          <p:cNvPicPr>
            <a:picLocks noChangeAspect="1"/>
          </p:cNvPicPr>
          <p:nvPr/>
        </p:nvPicPr>
        <p:blipFill>
          <a:blip r:embed="rId3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5218" y="6415674"/>
            <a:ext cx="1668316" cy="372591"/>
          </a:xfrm>
          <a:prstGeom prst="rect">
            <a:avLst/>
          </a:prstGeom>
        </p:spPr>
      </p:pic>
      <p:cxnSp>
        <p:nvCxnSpPr>
          <p:cNvPr id="24" name="Straight Connector 23"/>
          <p:cNvCxnSpPr/>
          <p:nvPr/>
        </p:nvCxnSpPr>
        <p:spPr>
          <a:xfrm>
            <a:off x="11624736" y="6443471"/>
            <a:ext cx="3174" cy="316992"/>
          </a:xfrm>
          <a:prstGeom prst="line">
            <a:avLst/>
          </a:prstGeom>
          <a:ln w="9525">
            <a:solidFill>
              <a:schemeClr val="bg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163136" y="6419405"/>
            <a:ext cx="2844800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800">
                <a:solidFill>
                  <a:schemeClr val="bg1"/>
                </a:solidFill>
                <a:latin typeface="+mn-lt"/>
                <a:cs typeface="Intel Clear"/>
              </a:defRPr>
            </a:lvl1pPr>
          </a:lstStyle>
          <a:p>
            <a:fld id="{2C4CE499-C28D-48B7-BC4E-496C93C03240}" type="slidenum">
              <a:rPr lang="en-US" smtClean="0"/>
              <a:t>‹#›</a:t>
            </a:fld>
            <a:endParaRPr lang="en-US"/>
          </a:p>
        </p:txBody>
      </p:sp>
      <p:sp>
        <p:nvSpPr>
          <p:cNvPr id="26" name="Footer Placeholder 7"/>
          <p:cNvSpPr>
            <a:spLocks noGrp="1"/>
          </p:cNvSpPr>
          <p:nvPr>
            <p:ph type="ftr" sz="quarter" idx="3"/>
          </p:nvPr>
        </p:nvSpPr>
        <p:spPr>
          <a:xfrm>
            <a:off x="4038600" y="6418878"/>
            <a:ext cx="4114800" cy="36618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800"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  <p:sp>
        <p:nvSpPr>
          <p:cNvPr id="27" name="Date Placeholder 6"/>
          <p:cNvSpPr>
            <a:spLocks noGrp="1"/>
          </p:cNvSpPr>
          <p:nvPr>
            <p:ph type="dt" sz="half" idx="2"/>
          </p:nvPr>
        </p:nvSpPr>
        <p:spPr>
          <a:xfrm>
            <a:off x="2279381" y="6418878"/>
            <a:ext cx="1277264" cy="36618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800">
                <a:solidFill>
                  <a:schemeClr val="bg1"/>
                </a:solidFill>
              </a:defRPr>
            </a:lvl1pPr>
          </a:lstStyle>
          <a:p>
            <a:fld id="{71592C5D-46F3-4DB6-908F-5F348B91F595}" type="datetimeFigureOut">
              <a:rPr lang="en-US" smtClean="0"/>
              <a:t>11/13/2025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807871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3" r:id="rId1"/>
    <p:sldLayoutId id="2147483694" r:id="rId2"/>
    <p:sldLayoutId id="2147483695" r:id="rId3"/>
    <p:sldLayoutId id="2147483696" r:id="rId4"/>
    <p:sldLayoutId id="2147483697" r:id="rId5"/>
    <p:sldLayoutId id="2147483698" r:id="rId6"/>
    <p:sldLayoutId id="2147483699" r:id="rId7"/>
    <p:sldLayoutId id="2147483700" r:id="rId8"/>
    <p:sldLayoutId id="2147483701" r:id="rId9"/>
    <p:sldLayoutId id="2147483702" r:id="rId10"/>
    <p:sldLayoutId id="2147483703" r:id="rId11"/>
    <p:sldLayoutId id="2147483704" r:id="rId12"/>
    <p:sldLayoutId id="2147483705" r:id="rId13"/>
    <p:sldLayoutId id="2147483706" r:id="rId14"/>
    <p:sldLayoutId id="2147483707" r:id="rId15"/>
    <p:sldLayoutId id="2147483708" r:id="rId16"/>
    <p:sldLayoutId id="2147483709" r:id="rId17"/>
    <p:sldLayoutId id="2147483710" r:id="rId18"/>
    <p:sldLayoutId id="2147483711" r:id="rId19"/>
    <p:sldLayoutId id="2147483712" r:id="rId20"/>
    <p:sldLayoutId id="2147483713" r:id="rId21"/>
    <p:sldLayoutId id="2147483714" r:id="rId22"/>
    <p:sldLayoutId id="2147483715" r:id="rId23"/>
    <p:sldLayoutId id="2147483716" r:id="rId24"/>
    <p:sldLayoutId id="2147483717" r:id="rId25"/>
    <p:sldLayoutId id="2147483718" r:id="rId26"/>
    <p:sldLayoutId id="2147483719" r:id="rId27"/>
    <p:sldLayoutId id="2147483720" r:id="rId28"/>
    <p:sldLayoutId id="2147483721" r:id="rId29"/>
    <p:sldLayoutId id="2147483722" r:id="rId30"/>
    <p:sldLayoutId id="2147483723" r:id="rId31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xStyles>
    <p:titleStyle>
      <a:lvl1pPr algn="l" defTabSz="457200" rtl="0" eaLnBrk="1" latinLnBrk="0" hangingPunct="1">
        <a:lnSpc>
          <a:spcPct val="100000"/>
        </a:lnSpc>
        <a:spcBef>
          <a:spcPct val="0"/>
        </a:spcBef>
        <a:buNone/>
        <a:defRPr sz="2800" b="0" i="0" kern="1200" spc="0" baseline="0">
          <a:solidFill>
            <a:schemeClr val="tx2"/>
          </a:solidFill>
          <a:latin typeface="Intel Clear"/>
          <a:ea typeface="Intel Clear"/>
          <a:cs typeface="Intel Clear"/>
        </a:defRPr>
      </a:lvl1pPr>
    </p:titleStyle>
    <p:bodyStyle>
      <a:lvl1pPr marL="173736" indent="-173736" algn="l" defTabSz="457200" rtl="0" eaLnBrk="1" latinLnBrk="0" hangingPunct="1">
        <a:lnSpc>
          <a:spcPct val="100000"/>
        </a:lnSpc>
        <a:spcBef>
          <a:spcPts val="600"/>
        </a:spcBef>
        <a:spcAft>
          <a:spcPts val="0"/>
        </a:spcAft>
        <a:buFont typeface="Arial" panose="020B0604020202020204" pitchFamily="34" charset="0"/>
        <a:buChar char="•"/>
        <a:defRPr sz="1800" b="0" kern="1200">
          <a:solidFill>
            <a:srgbClr val="0071C5"/>
          </a:solidFill>
          <a:latin typeface="+mn-lt"/>
          <a:ea typeface="+mn-ea"/>
          <a:cs typeface="Intel Clear" panose="020B0604020203020204" pitchFamily="34" charset="0"/>
        </a:defRPr>
      </a:lvl1pPr>
      <a:lvl2pPr marL="344488" marR="0" indent="-173038" algn="l" defTabSz="457200" rtl="0" eaLnBrk="1" fontAlgn="auto" latinLnBrk="0" hangingPunct="1">
        <a:lnSpc>
          <a:spcPct val="100000"/>
        </a:lnSpc>
        <a:spcBef>
          <a:spcPts val="600"/>
        </a:spcBef>
        <a:spcAft>
          <a:spcPts val="0"/>
        </a:spcAft>
        <a:buClrTx/>
        <a:buSzPct val="75000"/>
        <a:buFont typeface="Wingdings" charset="2"/>
        <a:buChar char="§"/>
        <a:tabLst/>
        <a:defRPr sz="1600" kern="1200" baseline="0">
          <a:solidFill>
            <a:schemeClr val="tx2"/>
          </a:solidFill>
          <a:latin typeface="+mn-lt"/>
          <a:ea typeface="+mn-ea"/>
          <a:cs typeface="Intel Clear" panose="020B0604020203020204" pitchFamily="34" charset="0"/>
        </a:defRPr>
      </a:lvl2pPr>
      <a:lvl3pPr marL="517525" indent="-173038" algn="l" defTabSz="457200" rtl="0" eaLnBrk="1" latinLnBrk="0" hangingPunct="1">
        <a:lnSpc>
          <a:spcPct val="100000"/>
        </a:lnSpc>
        <a:spcBef>
          <a:spcPts val="600"/>
        </a:spcBef>
        <a:spcAft>
          <a:spcPts val="0"/>
        </a:spcAft>
        <a:buSzPct val="75000"/>
        <a:buFont typeface="Wingdings" panose="05000000000000000000" pitchFamily="2" charset="2"/>
        <a:buChar char="§"/>
        <a:tabLst/>
        <a:defRPr sz="1600" kern="1200">
          <a:solidFill>
            <a:schemeClr val="tx2"/>
          </a:solidFill>
          <a:latin typeface="+mn-lt"/>
          <a:ea typeface="+mn-ea"/>
          <a:cs typeface="Intel Clear" panose="020B0604020203020204" pitchFamily="34" charset="0"/>
        </a:defRPr>
      </a:lvl3pPr>
      <a:lvl4pPr marL="688975" indent="-173038" algn="l" defTabSz="457200" rtl="0" eaLnBrk="1" latinLnBrk="0" hangingPunct="1">
        <a:lnSpc>
          <a:spcPct val="100000"/>
        </a:lnSpc>
        <a:spcBef>
          <a:spcPts val="600"/>
        </a:spcBef>
        <a:spcAft>
          <a:spcPts val="0"/>
        </a:spcAft>
        <a:buSzPct val="75000"/>
        <a:buFont typeface="Arial"/>
        <a:buChar char="–"/>
        <a:defRPr sz="1400" kern="1200">
          <a:solidFill>
            <a:schemeClr val="tx2"/>
          </a:solidFill>
          <a:latin typeface="+mn-lt"/>
          <a:ea typeface="+mn-ea"/>
          <a:cs typeface="Intel Clear" panose="020B0604020203020204" pitchFamily="34" charset="0"/>
        </a:defRPr>
      </a:lvl4pPr>
      <a:lvl5pPr marL="854075" indent="-173038" algn="l" defTabSz="457200" rtl="0" eaLnBrk="1" latinLnBrk="0" hangingPunct="1">
        <a:lnSpc>
          <a:spcPct val="100000"/>
        </a:lnSpc>
        <a:spcBef>
          <a:spcPts val="600"/>
        </a:spcBef>
        <a:spcAft>
          <a:spcPts val="0"/>
        </a:spcAft>
        <a:buSzPct val="75000"/>
        <a:buFont typeface="Intel Clear" panose="020B0604020203020204" pitchFamily="34" charset="0"/>
        <a:buChar char="–"/>
        <a:defRPr sz="1400" kern="1200">
          <a:solidFill>
            <a:schemeClr val="tx2"/>
          </a:solidFill>
          <a:latin typeface="+mn-lt"/>
          <a:ea typeface="+mn-ea"/>
          <a:cs typeface="Intel Clear" panose="020B0604020203020204" pitchFamily="34" charset="0"/>
        </a:defRPr>
      </a:lvl5pPr>
      <a:lvl6pPr marL="1027113" indent="-173038" algn="l" defTabSz="457200" rtl="0" eaLnBrk="1" latinLnBrk="0" hangingPunct="1">
        <a:lnSpc>
          <a:spcPct val="100000"/>
        </a:lnSpc>
        <a:spcBef>
          <a:spcPts val="600"/>
        </a:spcBef>
        <a:spcAft>
          <a:spcPts val="0"/>
        </a:spcAft>
        <a:buFont typeface="Arial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6pPr>
      <a:lvl7pPr marL="1027113" indent="-173038" algn="l" defTabSz="457200" rtl="0" eaLnBrk="1" latinLnBrk="0" hangingPunct="1">
        <a:lnSpc>
          <a:spcPct val="100000"/>
        </a:lnSpc>
        <a:spcBef>
          <a:spcPts val="600"/>
        </a:spcBef>
        <a:spcAft>
          <a:spcPts val="0"/>
        </a:spcAft>
        <a:buFont typeface="Arial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7pPr>
      <a:lvl8pPr marL="1027113" indent="-173038" algn="l" defTabSz="457200" rtl="0" eaLnBrk="1" latinLnBrk="0" hangingPunct="1">
        <a:lnSpc>
          <a:spcPct val="100000"/>
        </a:lnSpc>
        <a:spcBef>
          <a:spcPts val="600"/>
        </a:spcBef>
        <a:spcAft>
          <a:spcPts val="0"/>
        </a:spcAft>
        <a:buFont typeface="Arial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F26B43"/>
          </p15:clr>
        </p15:guide>
        <p15:guide id="2" pos="3744">
          <p15:clr>
            <a:srgbClr val="F26B43"/>
          </p15:clr>
        </p15:guide>
      </p15:sldGuideLst>
    </p:ext>
  </p:extLst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1">
          <a:blip r:embed="rId13" cstate="print">
            <a:alphaModFix amt="85000"/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24E3D51-BC70-400B-9CEF-C507A7A5F1DC}" type="datetimeFigureOut">
              <a:rPr lang="en-US" smtClean="0"/>
              <a:t>11/13/2025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2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260BCE4-B7FB-4CA8-B5E1-3097D292066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5815966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5" r:id="rId1"/>
    <p:sldLayoutId id="2147483726" r:id="rId2"/>
    <p:sldLayoutId id="2147483727" r:id="rId3"/>
    <p:sldLayoutId id="2147483728" r:id="rId4"/>
    <p:sldLayoutId id="2147483729" r:id="rId5"/>
    <p:sldLayoutId id="2147483730" r:id="rId6"/>
    <p:sldLayoutId id="2147483731" r:id="rId7"/>
    <p:sldLayoutId id="2147483732" r:id="rId8"/>
    <p:sldLayoutId id="2147483733" r:id="rId9"/>
    <p:sldLayoutId id="2147483734" r:id="rId10"/>
    <p:sldLayoutId id="2147483735" r:id="rId11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1C80E488-8534-4743-924A-62CA17A7A192}"/>
              </a:ext>
            </a:extLst>
          </p:cNvPr>
          <p:cNvSpPr/>
          <p:nvPr/>
        </p:nvSpPr>
        <p:spPr>
          <a:xfrm>
            <a:off x="0" y="6407451"/>
            <a:ext cx="11736987" cy="450549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5F27ABEE-91E1-420E-AD52-066ECB7CBDFC}"/>
              </a:ext>
            </a:extLst>
          </p:cNvPr>
          <p:cNvSpPr/>
          <p:nvPr/>
        </p:nvSpPr>
        <p:spPr>
          <a:xfrm rot="5400000">
            <a:off x="8758537" y="2978453"/>
            <a:ext cx="6407450" cy="450549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3" name="Body Level One…"/>
          <p:cNvSpPr txBox="1">
            <a:spLocks noGrp="1"/>
          </p:cNvSpPr>
          <p:nvPr>
            <p:ph type="body" idx="1"/>
          </p:nvPr>
        </p:nvSpPr>
        <p:spPr>
          <a:xfrm>
            <a:off x="592915" y="1524000"/>
            <a:ext cx="10972801" cy="472440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normAutofit/>
          </a:bodyPr>
          <a:lstStyle/>
          <a:p>
            <a:r>
              <a:rPr lang="en-US" dirty="0"/>
              <a:t>Body copy Intel clear light 28 point</a:t>
            </a:r>
          </a:p>
          <a:p>
            <a:pPr lvl="1"/>
            <a:r>
              <a:rPr lang="en-US" dirty="0"/>
              <a:t>Sub Bullet one 24 point</a:t>
            </a:r>
          </a:p>
          <a:p>
            <a:pPr lvl="2"/>
            <a:r>
              <a:rPr lang="en-US" dirty="0"/>
              <a:t>Sub Bullet two 20 point</a:t>
            </a:r>
          </a:p>
          <a:p>
            <a:pPr lvl="3"/>
            <a:r>
              <a:rPr lang="en-US" dirty="0"/>
              <a:t>Sub Bullet three 18 point</a:t>
            </a:r>
          </a:p>
          <a:p>
            <a:pPr lvl="4"/>
            <a:r>
              <a:rPr lang="en-US" dirty="0"/>
              <a:t>Sub Bullet four 16 point</a:t>
            </a:r>
            <a:br>
              <a:rPr lang="en-US" dirty="0"/>
            </a:br>
            <a:endParaRPr lang="en-US" dirty="0"/>
          </a:p>
          <a:p>
            <a:pPr lvl="2"/>
            <a:endParaRPr dirty="0"/>
          </a:p>
        </p:txBody>
      </p:sp>
      <p:sp>
        <p:nvSpPr>
          <p:cNvPr id="4" name="Title Text"/>
          <p:cNvSpPr txBox="1">
            <a:spLocks noGrp="1"/>
          </p:cNvSpPr>
          <p:nvPr>
            <p:ph type="title"/>
          </p:nvPr>
        </p:nvSpPr>
        <p:spPr>
          <a:xfrm>
            <a:off x="592916" y="571500"/>
            <a:ext cx="10972801" cy="88367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noAutofit/>
          </a:bodyPr>
          <a:lstStyle/>
          <a:p>
            <a:r>
              <a:rPr lang="en-US" dirty="0"/>
              <a:t>40pt Intel Clear Light Text Goes Here</a:t>
            </a:r>
            <a:endParaRPr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1520E06-BF98-49FF-91DB-15EBE855DD9E}"/>
              </a:ext>
            </a:extLst>
          </p:cNvPr>
          <p:cNvSpPr txBox="1"/>
          <p:nvPr/>
        </p:nvSpPr>
        <p:spPr>
          <a:xfrm>
            <a:off x="11908632" y="6579173"/>
            <a:ext cx="128240" cy="123111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0" tIns="0" rIns="0" bIns="0" numCol="1" spcCol="38100" rtlCol="0" anchor="t" anchorCtr="0">
            <a:spAutoFit/>
          </a:bodyPr>
          <a:lstStyle/>
          <a:p>
            <a:pPr marL="0" marR="0" indent="0" algn="ctr" defTabSz="2438338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fld id="{4F6B73DA-0149-4325-A7B8-AE29BD4BC701}" type="slidenum">
              <a:rPr kumimoji="0" lang="en-US" sz="800" b="0" i="0" u="none" strike="noStrike" cap="none" spc="0" normalizeH="0" baseline="0" smtClean="0">
                <a:ln>
                  <a:noFill/>
                </a:ln>
                <a:solidFill>
                  <a:schemeClr val="bg2"/>
                </a:solidFill>
                <a:effectLst/>
                <a:uFillTx/>
                <a:latin typeface="+mn-lt"/>
                <a:ea typeface="+mn-ea"/>
                <a:cs typeface="+mn-cs"/>
                <a:sym typeface="Helvetica Neue"/>
              </a:rPr>
              <a:pPr marL="0" marR="0" indent="0" algn="ctr" defTabSz="2438338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t>‹#›</a:t>
            </a:fld>
            <a:endParaRPr kumimoji="0" lang="en-US" sz="800" b="0" i="0" u="none" strike="noStrike" cap="none" spc="0" normalizeH="0" baseline="0" dirty="0" err="1">
              <a:ln>
                <a:noFill/>
              </a:ln>
              <a:solidFill>
                <a:schemeClr val="bg2"/>
              </a:solidFill>
              <a:effectLst/>
              <a:uFillTx/>
              <a:latin typeface="+mn-lt"/>
              <a:ea typeface="+mn-ea"/>
              <a:cs typeface="+mn-cs"/>
              <a:sym typeface="Helvetica Neue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7E6CD333-339B-30A4-20D1-989298E19D2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6400800"/>
            <a:ext cx="11734800" cy="457200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no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10" name="Rectangle 9" descr="Intel Confidential">
            <a:extLst>
              <a:ext uri="{FF2B5EF4-FFF2-40B4-BE49-F238E27FC236}">
                <a16:creationId xmlns:a16="http://schemas.microsoft.com/office/drawing/2014/main" id="{688FB603-985D-CF1F-6D6C-650F3AD329C6}"/>
              </a:ext>
            </a:extLst>
          </p:cNvPr>
          <p:cNvSpPr/>
          <p:nvPr/>
        </p:nvSpPr>
        <p:spPr>
          <a:xfrm>
            <a:off x="5489103" y="6510549"/>
            <a:ext cx="1213795" cy="246221"/>
          </a:xfrm>
          <a:prstGeom prst="rect">
            <a:avLst/>
          </a:prstGeom>
        </p:spPr>
        <p:txBody>
          <a:bodyPr wrap="none" anchor="ctr" anchorCtr="0">
            <a:spAutoFit/>
          </a:bodyPr>
          <a:lstStyle/>
          <a:p>
            <a:pPr algn="ctr"/>
            <a:r>
              <a:rPr lang="en-US" sz="1000" b="0" i="0" dirty="0">
                <a:solidFill>
                  <a:srgbClr val="5E5E5E"/>
                </a:solidFill>
                <a:latin typeface="+mn-lt"/>
                <a:ea typeface="Intel Clear" panose="020B0604020203020204" pitchFamily="34" charset="0"/>
                <a:cs typeface="Times New Roman" panose="02020603050405020304" pitchFamily="18" charset="0"/>
              </a:rPr>
              <a:t>Intel Confidential</a:t>
            </a:r>
          </a:p>
        </p:txBody>
      </p:sp>
      <p:sp>
        <p:nvSpPr>
          <p:cNvPr id="13" name="Rectangle 12" descr="Department or Event Name">
            <a:extLst>
              <a:ext uri="{FF2B5EF4-FFF2-40B4-BE49-F238E27FC236}">
                <a16:creationId xmlns:a16="http://schemas.microsoft.com/office/drawing/2014/main" id="{BF34E448-3020-0D94-D485-9B17D7AB58D6}"/>
              </a:ext>
            </a:extLst>
          </p:cNvPr>
          <p:cNvSpPr/>
          <p:nvPr/>
        </p:nvSpPr>
        <p:spPr>
          <a:xfrm>
            <a:off x="286365" y="6510549"/>
            <a:ext cx="2473754" cy="276999"/>
          </a:xfrm>
          <a:prstGeom prst="rect">
            <a:avLst/>
          </a:prstGeom>
        </p:spPr>
        <p:txBody>
          <a:bodyPr wrap="none" anchor="ctr" anchorCtr="0">
            <a:spAutoFit/>
          </a:bodyPr>
          <a:lstStyle/>
          <a:p>
            <a:pPr algn="l"/>
            <a:r>
              <a:rPr lang="en-US" sz="1200" b="0" i="0" dirty="0">
                <a:solidFill>
                  <a:srgbClr val="5E5E5E"/>
                </a:solidFill>
                <a:latin typeface="+mn-lt"/>
                <a:ea typeface="Intel Clear" panose="020B0604020203020204" pitchFamily="34" charset="0"/>
                <a:cs typeface="Times New Roman" panose="02020603050405020304" pitchFamily="18" charset="0"/>
              </a:rPr>
              <a:t>NESG –  Intel Ethernet Division </a:t>
            </a:r>
          </a:p>
        </p:txBody>
      </p:sp>
      <p:pic>
        <p:nvPicPr>
          <p:cNvPr id="14" name="Graphic 13">
            <a:extLst>
              <a:ext uri="{FF2B5EF4-FFF2-40B4-BE49-F238E27FC236}">
                <a16:creationId xmlns:a16="http://schemas.microsoft.com/office/drawing/2014/main" id="{CD5E63CE-A5C0-A144-429F-CB3CE6C991C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35">
            <a:extLst>
              <a:ext uri="{96DAC541-7B7A-43D3-8B79-37D633B846F1}">
                <asvg:svgBlip xmlns:asvg="http://schemas.microsoft.com/office/drawing/2016/SVG/main" r:embed="rId36"/>
              </a:ext>
            </a:extLst>
          </a:blip>
          <a:stretch>
            <a:fillRect/>
          </a:stretch>
        </p:blipFill>
        <p:spPr>
          <a:xfrm>
            <a:off x="11137466" y="6554735"/>
            <a:ext cx="476084" cy="1775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412293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7" r:id="rId1"/>
    <p:sldLayoutId id="2147483738" r:id="rId2"/>
    <p:sldLayoutId id="2147483739" r:id="rId3"/>
    <p:sldLayoutId id="2147483740" r:id="rId4"/>
    <p:sldLayoutId id="2147483741" r:id="rId5"/>
    <p:sldLayoutId id="2147483742" r:id="rId6"/>
    <p:sldLayoutId id="2147483743" r:id="rId7"/>
    <p:sldLayoutId id="2147483744" r:id="rId8"/>
    <p:sldLayoutId id="2147483745" r:id="rId9"/>
    <p:sldLayoutId id="2147483746" r:id="rId10"/>
    <p:sldLayoutId id="2147483747" r:id="rId11"/>
    <p:sldLayoutId id="2147483748" r:id="rId12"/>
    <p:sldLayoutId id="2147483749" r:id="rId13"/>
    <p:sldLayoutId id="2147483750" r:id="rId14"/>
    <p:sldLayoutId id="2147483751" r:id="rId15"/>
    <p:sldLayoutId id="2147483752" r:id="rId16"/>
    <p:sldLayoutId id="2147483753" r:id="rId17"/>
    <p:sldLayoutId id="2147483754" r:id="rId18"/>
    <p:sldLayoutId id="2147483755" r:id="rId19"/>
    <p:sldLayoutId id="2147483756" r:id="rId20"/>
    <p:sldLayoutId id="2147483757" r:id="rId21"/>
    <p:sldLayoutId id="2147483758" r:id="rId22"/>
    <p:sldLayoutId id="2147483759" r:id="rId23"/>
    <p:sldLayoutId id="2147483760" r:id="rId24"/>
    <p:sldLayoutId id="2147483761" r:id="rId25"/>
    <p:sldLayoutId id="2147483762" r:id="rId26"/>
    <p:sldLayoutId id="2147483763" r:id="rId27"/>
    <p:sldLayoutId id="2147483764" r:id="rId28"/>
    <p:sldLayoutId id="2147483765" r:id="rId29"/>
    <p:sldLayoutId id="2147483766" r:id="rId30"/>
    <p:sldLayoutId id="2147483767" r:id="rId31"/>
    <p:sldLayoutId id="2147483768" r:id="rId32"/>
    <p:sldLayoutId id="2147483769" r:id="rId33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xStyles>
    <p:titleStyle>
      <a:lvl1pPr marL="0" marR="0" indent="0" algn="l" defTabSz="609600" eaLnBrk="1" latinLnBrk="0" hangingPunct="1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000" b="0" i="0" u="none" strike="noStrike" cap="none" spc="0" baseline="0">
          <a:solidFill>
            <a:schemeClr val="bg2"/>
          </a:solidFill>
          <a:uFillTx/>
          <a:latin typeface="Intel Clear Light" panose="020B0404020203020204" pitchFamily="34" charset="0"/>
          <a:ea typeface="Intel Clear Light" panose="020B0404020203020204" pitchFamily="34" charset="0"/>
          <a:cs typeface="Intel Clear Light" panose="020B0404020203020204" pitchFamily="34" charset="0"/>
          <a:sym typeface="Helvetica"/>
        </a:defRPr>
      </a:lvl1pPr>
      <a:lvl2pPr marL="0" marR="0" indent="0" algn="l" defTabSz="609600" eaLnBrk="1" latinLnBrk="0" hangingPunct="1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3300" b="1" i="0" u="none" strike="noStrike" cap="none" spc="0" baseline="0">
          <a:solidFill>
            <a:srgbClr val="535353"/>
          </a:solidFill>
          <a:uFillTx/>
          <a:latin typeface="Helvetica"/>
          <a:ea typeface="Helvetica"/>
          <a:cs typeface="Helvetica"/>
          <a:sym typeface="Helvetica"/>
        </a:defRPr>
      </a:lvl2pPr>
      <a:lvl3pPr marL="0" marR="0" indent="0" algn="l" defTabSz="609600" eaLnBrk="1" latinLnBrk="0" hangingPunct="1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3300" b="1" i="0" u="none" strike="noStrike" cap="none" spc="0" baseline="0">
          <a:solidFill>
            <a:srgbClr val="535353"/>
          </a:solidFill>
          <a:uFillTx/>
          <a:latin typeface="Helvetica"/>
          <a:ea typeface="Helvetica"/>
          <a:cs typeface="Helvetica"/>
          <a:sym typeface="Helvetica"/>
        </a:defRPr>
      </a:lvl3pPr>
      <a:lvl4pPr marL="0" marR="0" indent="0" algn="l" defTabSz="609600" eaLnBrk="1" latinLnBrk="0" hangingPunct="1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3300" b="1" i="0" u="none" strike="noStrike" cap="none" spc="0" baseline="0">
          <a:solidFill>
            <a:srgbClr val="535353"/>
          </a:solidFill>
          <a:uFillTx/>
          <a:latin typeface="Helvetica"/>
          <a:ea typeface="Helvetica"/>
          <a:cs typeface="Helvetica"/>
          <a:sym typeface="Helvetica"/>
        </a:defRPr>
      </a:lvl4pPr>
      <a:lvl5pPr marL="0" marR="0" indent="0" algn="l" defTabSz="609600" eaLnBrk="1" latinLnBrk="0" hangingPunct="1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3300" b="1" i="0" u="none" strike="noStrike" cap="none" spc="0" baseline="0">
          <a:solidFill>
            <a:srgbClr val="535353"/>
          </a:solidFill>
          <a:uFillTx/>
          <a:latin typeface="Helvetica"/>
          <a:ea typeface="Helvetica"/>
          <a:cs typeface="Helvetica"/>
          <a:sym typeface="Helvetica"/>
        </a:defRPr>
      </a:lvl5pPr>
      <a:lvl6pPr marL="0" marR="0" indent="0" algn="l" defTabSz="609600" eaLnBrk="1" latinLnBrk="0" hangingPunct="1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3300" b="1" i="0" u="none" strike="noStrike" cap="none" spc="0" baseline="0">
          <a:solidFill>
            <a:srgbClr val="535353"/>
          </a:solidFill>
          <a:uFillTx/>
          <a:latin typeface="Helvetica"/>
          <a:ea typeface="Helvetica"/>
          <a:cs typeface="Helvetica"/>
          <a:sym typeface="Helvetica"/>
        </a:defRPr>
      </a:lvl6pPr>
      <a:lvl7pPr marL="0" marR="0" indent="0" algn="l" defTabSz="609600" eaLnBrk="1" latinLnBrk="0" hangingPunct="1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3300" b="1" i="0" u="none" strike="noStrike" cap="none" spc="0" baseline="0">
          <a:solidFill>
            <a:srgbClr val="535353"/>
          </a:solidFill>
          <a:uFillTx/>
          <a:latin typeface="Helvetica"/>
          <a:ea typeface="Helvetica"/>
          <a:cs typeface="Helvetica"/>
          <a:sym typeface="Helvetica"/>
        </a:defRPr>
      </a:lvl7pPr>
      <a:lvl8pPr marL="0" marR="0" indent="0" algn="l" defTabSz="609600" eaLnBrk="1" latinLnBrk="0" hangingPunct="1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3300" b="1" i="0" u="none" strike="noStrike" cap="none" spc="0" baseline="0">
          <a:solidFill>
            <a:srgbClr val="535353"/>
          </a:solidFill>
          <a:uFillTx/>
          <a:latin typeface="Helvetica"/>
          <a:ea typeface="Helvetica"/>
          <a:cs typeface="Helvetica"/>
          <a:sym typeface="Helvetica"/>
        </a:defRPr>
      </a:lvl8pPr>
      <a:lvl9pPr marL="0" marR="0" indent="0" algn="l" defTabSz="609600" eaLnBrk="1" latinLnBrk="0" hangingPunct="1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3300" b="1" i="0" u="none" strike="noStrike" cap="none" spc="0" baseline="0">
          <a:solidFill>
            <a:srgbClr val="535353"/>
          </a:solidFill>
          <a:uFillTx/>
          <a:latin typeface="Helvetica"/>
          <a:ea typeface="Helvetica"/>
          <a:cs typeface="Helvetica"/>
          <a:sym typeface="Helvetica"/>
        </a:defRPr>
      </a:lvl9pPr>
    </p:titleStyle>
    <p:bodyStyle>
      <a:lvl1pPr marL="228600" marR="0" indent="-228600" algn="l" defTabSz="609600" eaLnBrk="1" latinLnBrk="0" hangingPunct="1">
        <a:lnSpc>
          <a:spcPct val="100000"/>
        </a:lnSpc>
        <a:spcBef>
          <a:spcPts val="1200"/>
        </a:spcBef>
        <a:spcAft>
          <a:spcPts val="0"/>
        </a:spcAft>
        <a:buClrTx/>
        <a:buSzTx/>
        <a:buFont typeface="Wingdings" pitchFamily="2" charset="2"/>
        <a:buChar char="§"/>
        <a:tabLst/>
        <a:defRPr sz="2800" b="0" i="0" u="none" strike="noStrike" cap="none" spc="0" baseline="0">
          <a:solidFill>
            <a:schemeClr val="bg2"/>
          </a:solidFill>
          <a:uFillTx/>
          <a:latin typeface="Intel Clear Light" panose="020B0404020203020204" pitchFamily="34" charset="0"/>
          <a:ea typeface="Intel Clear Light" panose="020B0404020203020204" pitchFamily="34" charset="0"/>
          <a:cs typeface="Intel Clear Light" panose="020B0404020203020204" pitchFamily="34" charset="0"/>
          <a:sym typeface="Helvetica"/>
        </a:defRPr>
      </a:lvl1pPr>
      <a:lvl2pPr marL="431800" marR="0" indent="-203200" algn="l" defTabSz="609600" eaLnBrk="1" latinLnBrk="0" hangingPunct="1">
        <a:lnSpc>
          <a:spcPct val="100000"/>
        </a:lnSpc>
        <a:spcBef>
          <a:spcPts val="1200"/>
        </a:spcBef>
        <a:spcAft>
          <a:spcPts val="0"/>
        </a:spcAft>
        <a:buClrTx/>
        <a:buSzTx/>
        <a:buFont typeface="Arial" panose="020B0604020202020204" pitchFamily="34" charset="0"/>
        <a:buChar char="•"/>
        <a:tabLst/>
        <a:defRPr sz="2400" b="0" i="0" u="none" strike="noStrike" cap="none" spc="0" baseline="0">
          <a:solidFill>
            <a:schemeClr val="bg2"/>
          </a:solidFill>
          <a:uFillTx/>
          <a:latin typeface="Intel Clear Light" panose="020B0404020203020204" pitchFamily="34" charset="0"/>
          <a:ea typeface="Intel Clear Light" panose="020B0404020203020204" pitchFamily="34" charset="0"/>
          <a:cs typeface="Intel Clear Light" panose="020B0404020203020204" pitchFamily="34" charset="0"/>
          <a:sym typeface="Helvetica"/>
        </a:defRPr>
      </a:lvl2pPr>
      <a:lvl3pPr marL="686594" marR="0" indent="-197644" algn="l" defTabSz="609600" eaLnBrk="1" latinLnBrk="0" hangingPunct="1">
        <a:lnSpc>
          <a:spcPct val="100000"/>
        </a:lnSpc>
        <a:spcBef>
          <a:spcPts val="1200"/>
        </a:spcBef>
        <a:spcAft>
          <a:spcPts val="0"/>
        </a:spcAft>
        <a:buClrTx/>
        <a:buSzTx/>
        <a:buFont typeface="Arial" panose="020B0604020202020204" pitchFamily="34" charset="0"/>
        <a:buChar char="•"/>
        <a:tabLst/>
        <a:defRPr sz="1800" b="0" i="0" u="none" strike="noStrike" cap="none" spc="0" baseline="0">
          <a:solidFill>
            <a:schemeClr val="bg2"/>
          </a:solidFill>
          <a:uFillTx/>
          <a:latin typeface="Intel Clear Light" panose="020B0404020203020204" pitchFamily="34" charset="0"/>
          <a:ea typeface="Intel Clear Light" panose="020B0404020203020204" pitchFamily="34" charset="0"/>
          <a:cs typeface="Intel Clear Light" panose="020B0404020203020204" pitchFamily="34" charset="0"/>
          <a:sym typeface="Helvetica"/>
        </a:defRPr>
      </a:lvl3pPr>
      <a:lvl4pPr marL="919957" marR="0" indent="-228600" algn="l" defTabSz="609600" eaLnBrk="1" latinLnBrk="0" hangingPunct="1">
        <a:lnSpc>
          <a:spcPct val="100000"/>
        </a:lnSpc>
        <a:spcBef>
          <a:spcPts val="1200"/>
        </a:spcBef>
        <a:spcAft>
          <a:spcPts val="0"/>
        </a:spcAft>
        <a:buClrTx/>
        <a:buSzTx/>
        <a:buFont typeface="Arial" panose="020B0604020202020204" pitchFamily="34" charset="0"/>
        <a:buChar char="•"/>
        <a:tabLst/>
        <a:defRPr sz="1800" b="0" i="0" u="none" strike="noStrike" cap="none" spc="0" baseline="0">
          <a:solidFill>
            <a:schemeClr val="bg2"/>
          </a:solidFill>
          <a:uFillTx/>
          <a:latin typeface="Intel Clear Light" panose="020B0404020203020204" pitchFamily="34" charset="0"/>
          <a:ea typeface="Intel Clear Light" panose="020B0404020203020204" pitchFamily="34" charset="0"/>
          <a:cs typeface="Intel Clear Light" panose="020B0404020203020204" pitchFamily="34" charset="0"/>
          <a:sym typeface="Helvetica"/>
        </a:defRPr>
      </a:lvl4pPr>
      <a:lvl5pPr marL="1148557" marR="0" indent="-228600" algn="l" defTabSz="609600" eaLnBrk="1" latinLnBrk="0" hangingPunct="1">
        <a:lnSpc>
          <a:spcPct val="100000"/>
        </a:lnSpc>
        <a:spcBef>
          <a:spcPts val="1200"/>
        </a:spcBef>
        <a:spcAft>
          <a:spcPts val="0"/>
        </a:spcAft>
        <a:buClrTx/>
        <a:buSzTx/>
        <a:buFont typeface="Arial" panose="020B0604020202020204" pitchFamily="34" charset="0"/>
        <a:buChar char="•"/>
        <a:tabLst/>
        <a:defRPr sz="1600" b="0" i="0" u="none" strike="noStrike" cap="none" spc="0" baseline="0">
          <a:solidFill>
            <a:schemeClr val="bg2"/>
          </a:solidFill>
          <a:uFillTx/>
          <a:latin typeface="Intel Clear Light" panose="020B0404020203020204" pitchFamily="34" charset="0"/>
          <a:ea typeface="Intel Clear Light" panose="020B0404020203020204" pitchFamily="34" charset="0"/>
          <a:cs typeface="Intel Clear Light" panose="020B0404020203020204" pitchFamily="34" charset="0"/>
          <a:sym typeface="Helvetica"/>
        </a:defRPr>
      </a:lvl5pPr>
      <a:lvl6pPr marL="0" marR="0" indent="571500" algn="l" defTabSz="609600" eaLnBrk="1" latinLnBrk="0" hangingPunct="1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300" b="0" i="0" u="none" strike="noStrike" cap="none" spc="0" baseline="0">
          <a:solidFill>
            <a:srgbClr val="5E5E5E"/>
          </a:solidFill>
          <a:uFillTx/>
          <a:latin typeface="Helvetica"/>
          <a:ea typeface="Helvetica"/>
          <a:cs typeface="Helvetica"/>
          <a:sym typeface="Helvetica"/>
        </a:defRPr>
      </a:lvl6pPr>
      <a:lvl7pPr marL="0" marR="0" indent="685800" algn="l" defTabSz="609600" eaLnBrk="1" latinLnBrk="0" hangingPunct="1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300" b="0" i="0" u="none" strike="noStrike" cap="none" spc="0" baseline="0">
          <a:solidFill>
            <a:srgbClr val="5E5E5E"/>
          </a:solidFill>
          <a:uFillTx/>
          <a:latin typeface="Helvetica"/>
          <a:ea typeface="Helvetica"/>
          <a:cs typeface="Helvetica"/>
          <a:sym typeface="Helvetica"/>
        </a:defRPr>
      </a:lvl7pPr>
      <a:lvl8pPr marL="0" marR="0" indent="800100" algn="l" defTabSz="609600" eaLnBrk="1" latinLnBrk="0" hangingPunct="1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300" b="0" i="0" u="none" strike="noStrike" cap="none" spc="0" baseline="0">
          <a:solidFill>
            <a:srgbClr val="5E5E5E"/>
          </a:solidFill>
          <a:uFillTx/>
          <a:latin typeface="Helvetica"/>
          <a:ea typeface="Helvetica"/>
          <a:cs typeface="Helvetica"/>
          <a:sym typeface="Helvetica"/>
        </a:defRPr>
      </a:lvl8pPr>
      <a:lvl9pPr marL="0" marR="0" indent="914400" algn="l" defTabSz="609600" eaLnBrk="1" latinLnBrk="0" hangingPunct="1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300" b="0" i="0" u="none" strike="noStrike" cap="none" spc="0" baseline="0">
          <a:solidFill>
            <a:srgbClr val="5E5E5E"/>
          </a:solidFill>
          <a:uFillTx/>
          <a:latin typeface="Helvetica"/>
          <a:ea typeface="Helvetica"/>
          <a:cs typeface="Helvetica"/>
          <a:sym typeface="Helvetica"/>
        </a:defRPr>
      </a:lvl9pPr>
    </p:bodyStyle>
    <p:otherStyle>
      <a:lvl1pPr marL="0" marR="0" indent="0" algn="r" defTabSz="60960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0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Intel Clear"/>
        </a:defRPr>
      </a:lvl1pPr>
      <a:lvl2pPr marL="0" marR="0" indent="228600" algn="r" defTabSz="60960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0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Intel Clear"/>
        </a:defRPr>
      </a:lvl2pPr>
      <a:lvl3pPr marL="0" marR="0" indent="457200" algn="r" defTabSz="60960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0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Intel Clear"/>
        </a:defRPr>
      </a:lvl3pPr>
      <a:lvl4pPr marL="0" marR="0" indent="685800" algn="r" defTabSz="60960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0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Intel Clear"/>
        </a:defRPr>
      </a:lvl4pPr>
      <a:lvl5pPr marL="0" marR="0" indent="914400" algn="r" defTabSz="60960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0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Intel Clear"/>
        </a:defRPr>
      </a:lvl5pPr>
      <a:lvl6pPr marL="0" marR="0" indent="1143000" algn="r" defTabSz="60960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0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Intel Clear"/>
        </a:defRPr>
      </a:lvl6pPr>
      <a:lvl7pPr marL="0" marR="0" indent="1371600" algn="r" defTabSz="60960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0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Intel Clear"/>
        </a:defRPr>
      </a:lvl7pPr>
      <a:lvl8pPr marL="0" marR="0" indent="1600200" algn="r" defTabSz="60960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0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Intel Clear"/>
        </a:defRPr>
      </a:lvl8pPr>
      <a:lvl9pPr marL="0" marR="0" indent="1828800" algn="r" defTabSz="60960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0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Intel Clear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-2116" y="6345936"/>
            <a:ext cx="12192000" cy="512064"/>
          </a:xfrm>
          <a:prstGeom prst="rect">
            <a:avLst/>
          </a:prstGeom>
          <a:gradFill flip="none" rotWithShape="1">
            <a:gsLst>
              <a:gs pos="32000">
                <a:schemeClr val="tx2"/>
              </a:gs>
              <a:gs pos="95000">
                <a:srgbClr val="009FDF"/>
              </a:gs>
              <a:gs pos="78000">
                <a:srgbClr val="0071C5"/>
              </a:gs>
            </a:gsLst>
            <a:lin ang="19860000" scaled="0"/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362" dirty="0"/>
          </a:p>
        </p:txBody>
      </p:sp>
      <p:pic>
        <p:nvPicPr>
          <p:cNvPr id="11" name="Picture 2" descr="\\.psf\Home\Desktop\Intel.png"/>
          <p:cNvPicPr>
            <a:picLocks noChangeAspect="1" noChangeArrowheads="1"/>
          </p:cNvPicPr>
          <p:nvPr/>
        </p:nvPicPr>
        <p:blipFill>
          <a:blip r:embed="rId3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986553" y="6441883"/>
            <a:ext cx="485782" cy="320175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23928" y="362355"/>
            <a:ext cx="11539912" cy="683108"/>
          </a:xfrm>
          <a:prstGeom prst="rect">
            <a:avLst/>
          </a:prstGeom>
        </p:spPr>
        <p:txBody>
          <a:bodyPr vert="horz" wrap="none" lIns="91440" tIns="91440" rIns="91440" bIns="91440" rtlCol="0" anchor="ctr" anchorCtr="0">
            <a:noAutofit/>
          </a:bodyPr>
          <a:lstStyle/>
          <a:p>
            <a:r>
              <a:rPr lang="en-US" dirty="0"/>
              <a:t>28pt Intel Clear Headline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25042" y="1115199"/>
            <a:ext cx="11537685" cy="5057001"/>
          </a:xfrm>
          <a:prstGeom prst="rect">
            <a:avLst/>
          </a:prstGeom>
        </p:spPr>
        <p:txBody>
          <a:bodyPr vert="horz" lIns="91440" tIns="91440" rIns="91440" bIns="91440" rtlCol="0">
            <a:normAutofit/>
          </a:bodyPr>
          <a:lstStyle/>
          <a:p>
            <a:pPr lvl="0"/>
            <a:r>
              <a:rPr lang="en-US" dirty="0"/>
              <a:t>18pt Intel Clear body text</a:t>
            </a:r>
          </a:p>
          <a:p>
            <a:pPr lvl="1"/>
            <a:r>
              <a:rPr lang="en-US" dirty="0" err="1"/>
              <a:t>asdf</a:t>
            </a:r>
            <a:endParaRPr lang="en-US" dirty="0"/>
          </a:p>
          <a:p>
            <a:pPr lvl="2"/>
            <a:r>
              <a:rPr lang="en-US" dirty="0" err="1"/>
              <a:t>asdf</a:t>
            </a:r>
            <a:endParaRPr lang="en-US" dirty="0"/>
          </a:p>
          <a:p>
            <a:pPr lvl="3"/>
            <a:r>
              <a:rPr lang="en-US" dirty="0" err="1"/>
              <a:t>asdf</a:t>
            </a:r>
            <a:endParaRPr lang="en-US" dirty="0"/>
          </a:p>
          <a:p>
            <a:pPr lvl="4"/>
            <a:r>
              <a:rPr lang="en-US" dirty="0" err="1"/>
              <a:t>asdf</a:t>
            </a:r>
            <a:endParaRPr lang="en-US" dirty="0"/>
          </a:p>
          <a:p>
            <a:pPr lvl="5"/>
            <a:r>
              <a:rPr lang="en-US" dirty="0" err="1"/>
              <a:t>asdf</a:t>
            </a:r>
            <a:endParaRPr lang="en-US" dirty="0"/>
          </a:p>
          <a:p>
            <a:pPr lvl="6"/>
            <a:r>
              <a:rPr lang="en-US" dirty="0" err="1"/>
              <a:t>asdf</a:t>
            </a:r>
            <a:endParaRPr lang="en-US" dirty="0"/>
          </a:p>
          <a:p>
            <a:pPr lvl="7"/>
            <a:r>
              <a:rPr lang="en-US" dirty="0" err="1"/>
              <a:t>asdf</a:t>
            </a:r>
            <a:endParaRPr lang="en-US" dirty="0"/>
          </a:p>
        </p:txBody>
      </p:sp>
      <p:pic>
        <p:nvPicPr>
          <p:cNvPr id="23" name="Picture 22"/>
          <p:cNvPicPr>
            <a:picLocks noChangeAspect="1"/>
          </p:cNvPicPr>
          <p:nvPr/>
        </p:nvPicPr>
        <p:blipFill>
          <a:blip r:embed="rId3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5218" y="6415674"/>
            <a:ext cx="1668316" cy="372591"/>
          </a:xfrm>
          <a:prstGeom prst="rect">
            <a:avLst/>
          </a:prstGeom>
        </p:spPr>
      </p:pic>
      <p:cxnSp>
        <p:nvCxnSpPr>
          <p:cNvPr id="24" name="Straight Connector 23"/>
          <p:cNvCxnSpPr/>
          <p:nvPr/>
        </p:nvCxnSpPr>
        <p:spPr>
          <a:xfrm>
            <a:off x="11624736" y="6443471"/>
            <a:ext cx="3174" cy="316992"/>
          </a:xfrm>
          <a:prstGeom prst="line">
            <a:avLst/>
          </a:prstGeom>
          <a:ln w="9525">
            <a:solidFill>
              <a:schemeClr val="bg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163136" y="6419405"/>
            <a:ext cx="2844800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800">
                <a:solidFill>
                  <a:schemeClr val="bg1"/>
                </a:solidFill>
                <a:latin typeface="+mn-lt"/>
                <a:cs typeface="Intel Clear"/>
              </a:defRPr>
            </a:lvl1pPr>
          </a:lstStyle>
          <a:p>
            <a:fld id="{CE0C4F26-4E1D-4219-8C2A-74E26B9AE9E7}" type="slidenum">
              <a:rPr lang="en-US" smtClean="0"/>
              <a:t>‹#›</a:t>
            </a:fld>
            <a:endParaRPr lang="en-US"/>
          </a:p>
        </p:txBody>
      </p:sp>
      <p:sp>
        <p:nvSpPr>
          <p:cNvPr id="26" name="Footer Placeholder 7"/>
          <p:cNvSpPr>
            <a:spLocks noGrp="1"/>
          </p:cNvSpPr>
          <p:nvPr>
            <p:ph type="ftr" sz="quarter" idx="3"/>
          </p:nvPr>
        </p:nvSpPr>
        <p:spPr>
          <a:xfrm>
            <a:off x="4038600" y="6418878"/>
            <a:ext cx="4114800" cy="36618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800"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  <p:sp>
        <p:nvSpPr>
          <p:cNvPr id="27" name="Date Placeholder 6"/>
          <p:cNvSpPr>
            <a:spLocks noGrp="1"/>
          </p:cNvSpPr>
          <p:nvPr>
            <p:ph type="dt" sz="half" idx="2"/>
          </p:nvPr>
        </p:nvSpPr>
        <p:spPr>
          <a:xfrm>
            <a:off x="2279381" y="6418878"/>
            <a:ext cx="1277264" cy="36618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800">
                <a:solidFill>
                  <a:schemeClr val="bg1"/>
                </a:solidFill>
              </a:defRPr>
            </a:lvl1pPr>
          </a:lstStyle>
          <a:p>
            <a:fld id="{0B84DAD8-37FF-4F12-B827-E4C3AD4E6319}" type="datetimeFigureOut">
              <a:rPr lang="en-US" smtClean="0"/>
              <a:t>11/13/2025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7835722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71" r:id="rId1"/>
    <p:sldLayoutId id="2147483772" r:id="rId2"/>
    <p:sldLayoutId id="2147483773" r:id="rId3"/>
    <p:sldLayoutId id="2147483774" r:id="rId4"/>
    <p:sldLayoutId id="2147483775" r:id="rId5"/>
    <p:sldLayoutId id="2147483776" r:id="rId6"/>
    <p:sldLayoutId id="2147483777" r:id="rId7"/>
    <p:sldLayoutId id="2147483778" r:id="rId8"/>
    <p:sldLayoutId id="2147483779" r:id="rId9"/>
    <p:sldLayoutId id="2147483780" r:id="rId10"/>
    <p:sldLayoutId id="2147483781" r:id="rId11"/>
    <p:sldLayoutId id="2147483782" r:id="rId12"/>
    <p:sldLayoutId id="2147483783" r:id="rId13"/>
    <p:sldLayoutId id="2147483784" r:id="rId14"/>
    <p:sldLayoutId id="2147483785" r:id="rId15"/>
    <p:sldLayoutId id="2147483786" r:id="rId16"/>
    <p:sldLayoutId id="2147483787" r:id="rId17"/>
    <p:sldLayoutId id="2147483788" r:id="rId18"/>
    <p:sldLayoutId id="2147483789" r:id="rId19"/>
    <p:sldLayoutId id="2147483790" r:id="rId20"/>
    <p:sldLayoutId id="2147483791" r:id="rId21"/>
    <p:sldLayoutId id="2147483792" r:id="rId22"/>
    <p:sldLayoutId id="2147483793" r:id="rId23"/>
    <p:sldLayoutId id="2147483794" r:id="rId24"/>
    <p:sldLayoutId id="2147483795" r:id="rId25"/>
    <p:sldLayoutId id="2147483796" r:id="rId26"/>
    <p:sldLayoutId id="2147483797" r:id="rId27"/>
    <p:sldLayoutId id="2147483798" r:id="rId28"/>
    <p:sldLayoutId id="2147483799" r:id="rId29"/>
    <p:sldLayoutId id="2147483800" r:id="rId30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xStyles>
    <p:titleStyle>
      <a:lvl1pPr algn="l" defTabSz="457200" rtl="0" eaLnBrk="1" latinLnBrk="0" hangingPunct="1">
        <a:lnSpc>
          <a:spcPct val="100000"/>
        </a:lnSpc>
        <a:spcBef>
          <a:spcPct val="0"/>
        </a:spcBef>
        <a:buNone/>
        <a:defRPr sz="2800" b="0" i="0" kern="1200" spc="0" baseline="0">
          <a:solidFill>
            <a:schemeClr val="tx2"/>
          </a:solidFill>
          <a:latin typeface="Intel Clear"/>
          <a:ea typeface="Intel Clear"/>
          <a:cs typeface="Intel Clear"/>
        </a:defRPr>
      </a:lvl1pPr>
    </p:titleStyle>
    <p:bodyStyle>
      <a:lvl1pPr marL="173736" indent="-173736" algn="l" defTabSz="457200" rtl="0" eaLnBrk="1" latinLnBrk="0" hangingPunct="1">
        <a:lnSpc>
          <a:spcPct val="100000"/>
        </a:lnSpc>
        <a:spcBef>
          <a:spcPts val="600"/>
        </a:spcBef>
        <a:spcAft>
          <a:spcPts val="0"/>
        </a:spcAft>
        <a:buFont typeface="Arial" panose="020B0604020202020204" pitchFamily="34" charset="0"/>
        <a:buChar char="•"/>
        <a:defRPr sz="1800" b="0" kern="1200">
          <a:solidFill>
            <a:srgbClr val="0071C5"/>
          </a:solidFill>
          <a:latin typeface="+mn-lt"/>
          <a:ea typeface="+mn-ea"/>
          <a:cs typeface="Intel Clear" panose="020B0604020203020204" pitchFamily="34" charset="0"/>
        </a:defRPr>
      </a:lvl1pPr>
      <a:lvl2pPr marL="344488" marR="0" indent="-173038" algn="l" defTabSz="457200" rtl="0" eaLnBrk="1" fontAlgn="auto" latinLnBrk="0" hangingPunct="1">
        <a:lnSpc>
          <a:spcPct val="100000"/>
        </a:lnSpc>
        <a:spcBef>
          <a:spcPts val="600"/>
        </a:spcBef>
        <a:spcAft>
          <a:spcPts val="0"/>
        </a:spcAft>
        <a:buClrTx/>
        <a:buSzPct val="75000"/>
        <a:buFont typeface="Wingdings" charset="2"/>
        <a:buChar char="§"/>
        <a:tabLst/>
        <a:defRPr sz="1600" kern="1200" baseline="0">
          <a:solidFill>
            <a:schemeClr val="tx2"/>
          </a:solidFill>
          <a:latin typeface="+mn-lt"/>
          <a:ea typeface="+mn-ea"/>
          <a:cs typeface="Intel Clear" panose="020B0604020203020204" pitchFamily="34" charset="0"/>
        </a:defRPr>
      </a:lvl2pPr>
      <a:lvl3pPr marL="517525" indent="-173038" algn="l" defTabSz="457200" rtl="0" eaLnBrk="1" latinLnBrk="0" hangingPunct="1">
        <a:lnSpc>
          <a:spcPct val="100000"/>
        </a:lnSpc>
        <a:spcBef>
          <a:spcPts val="600"/>
        </a:spcBef>
        <a:spcAft>
          <a:spcPts val="0"/>
        </a:spcAft>
        <a:buSzPct val="75000"/>
        <a:buFont typeface="Wingdings" panose="05000000000000000000" pitchFamily="2" charset="2"/>
        <a:buChar char="§"/>
        <a:tabLst/>
        <a:defRPr sz="1600" kern="1200">
          <a:solidFill>
            <a:schemeClr val="tx2"/>
          </a:solidFill>
          <a:latin typeface="+mn-lt"/>
          <a:ea typeface="+mn-ea"/>
          <a:cs typeface="Intel Clear" panose="020B0604020203020204" pitchFamily="34" charset="0"/>
        </a:defRPr>
      </a:lvl3pPr>
      <a:lvl4pPr marL="688975" indent="-173038" algn="l" defTabSz="457200" rtl="0" eaLnBrk="1" latinLnBrk="0" hangingPunct="1">
        <a:lnSpc>
          <a:spcPct val="100000"/>
        </a:lnSpc>
        <a:spcBef>
          <a:spcPts val="600"/>
        </a:spcBef>
        <a:spcAft>
          <a:spcPts val="0"/>
        </a:spcAft>
        <a:buSzPct val="75000"/>
        <a:buFont typeface="Arial"/>
        <a:buChar char="–"/>
        <a:defRPr sz="1400" kern="1200">
          <a:solidFill>
            <a:schemeClr val="tx2"/>
          </a:solidFill>
          <a:latin typeface="+mn-lt"/>
          <a:ea typeface="+mn-ea"/>
          <a:cs typeface="Intel Clear" panose="020B0604020203020204" pitchFamily="34" charset="0"/>
        </a:defRPr>
      </a:lvl4pPr>
      <a:lvl5pPr marL="854075" indent="-173038" algn="l" defTabSz="457200" rtl="0" eaLnBrk="1" latinLnBrk="0" hangingPunct="1">
        <a:lnSpc>
          <a:spcPct val="100000"/>
        </a:lnSpc>
        <a:spcBef>
          <a:spcPts val="600"/>
        </a:spcBef>
        <a:spcAft>
          <a:spcPts val="0"/>
        </a:spcAft>
        <a:buSzPct val="75000"/>
        <a:buFont typeface="Intel Clear" panose="020B0604020203020204" pitchFamily="34" charset="0"/>
        <a:buChar char="–"/>
        <a:defRPr sz="1400" kern="1200">
          <a:solidFill>
            <a:schemeClr val="tx2"/>
          </a:solidFill>
          <a:latin typeface="+mn-lt"/>
          <a:ea typeface="+mn-ea"/>
          <a:cs typeface="Intel Clear" panose="020B0604020203020204" pitchFamily="34" charset="0"/>
        </a:defRPr>
      </a:lvl5pPr>
      <a:lvl6pPr marL="1027113" indent="-173038" algn="l" defTabSz="457200" rtl="0" eaLnBrk="1" latinLnBrk="0" hangingPunct="1">
        <a:lnSpc>
          <a:spcPct val="100000"/>
        </a:lnSpc>
        <a:spcBef>
          <a:spcPts val="600"/>
        </a:spcBef>
        <a:spcAft>
          <a:spcPts val="0"/>
        </a:spcAft>
        <a:buFont typeface="Arial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6pPr>
      <a:lvl7pPr marL="1027113" indent="-173038" algn="l" defTabSz="457200" rtl="0" eaLnBrk="1" latinLnBrk="0" hangingPunct="1">
        <a:lnSpc>
          <a:spcPct val="100000"/>
        </a:lnSpc>
        <a:spcBef>
          <a:spcPts val="600"/>
        </a:spcBef>
        <a:spcAft>
          <a:spcPts val="0"/>
        </a:spcAft>
        <a:buFont typeface="Arial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7pPr>
      <a:lvl8pPr marL="1027113" indent="-173038" algn="l" defTabSz="457200" rtl="0" eaLnBrk="1" latinLnBrk="0" hangingPunct="1">
        <a:lnSpc>
          <a:spcPct val="100000"/>
        </a:lnSpc>
        <a:spcBef>
          <a:spcPts val="600"/>
        </a:spcBef>
        <a:spcAft>
          <a:spcPts val="0"/>
        </a:spcAft>
        <a:buFont typeface="Arial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F26B43"/>
          </p15:clr>
        </p15:guide>
        <p15:guide id="2" pos="3744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10.89.83.99/ixnetworkweb/swagger/index.html?v=2.3.3.53" TargetMode="External"/><Relationship Id="rId2" Type="http://schemas.openxmlformats.org/officeDocument/2006/relationships/hyperlink" Target="https://10.89.83.99/chassis/swagger/index.html" TargetMode="External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3AB0F3-560F-297D-A35C-32A7712414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95475" y="3585279"/>
            <a:ext cx="10283651" cy="1091827"/>
          </a:xfrm>
        </p:spPr>
        <p:txBody>
          <a:bodyPr/>
          <a:lstStyle/>
          <a:p>
            <a:r>
              <a:rPr lang="en-US" sz="4400" dirty="0"/>
              <a:t>ANIL Remote Control Tool Development</a:t>
            </a:r>
            <a:br>
              <a:rPr lang="en-US" sz="4400"/>
            </a:br>
            <a:endParaRPr lang="en-US" sz="4400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355029F-489B-ACF0-F4C6-94389211ECC7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479DB4DC-30DB-4024-7933-F6EE62A16950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889237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BE0DF2-AA9D-1FD8-EE6B-2B4F3E6AA9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IXIA API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2CAA436-EFC7-CBC9-8366-A793126D49C7}"/>
              </a:ext>
            </a:extLst>
          </p:cNvPr>
          <p:cNvSpPr/>
          <p:nvPr/>
        </p:nvSpPr>
        <p:spPr>
          <a:xfrm>
            <a:off x="677841" y="1780846"/>
            <a:ext cx="1689100" cy="410369"/>
          </a:xfrm>
          <a:prstGeom prst="rect">
            <a:avLst/>
          </a:prstGeom>
          <a:solidFill>
            <a:schemeClr val="accent1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2000" dirty="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Chassis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84DCF84-7CD3-23C2-AC5D-20C7E1176513}"/>
              </a:ext>
            </a:extLst>
          </p:cNvPr>
          <p:cNvSpPr/>
          <p:nvPr/>
        </p:nvSpPr>
        <p:spPr>
          <a:xfrm>
            <a:off x="677841" y="2845432"/>
            <a:ext cx="1689100" cy="718145"/>
          </a:xfrm>
          <a:prstGeom prst="rect">
            <a:avLst/>
          </a:prstGeom>
          <a:solidFill>
            <a:schemeClr val="accent1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2000" b="0" i="0" u="none" strike="noStrike" cap="none" spc="0" normalizeH="0" baseline="0" dirty="0" err="1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Ix</a:t>
            </a:r>
            <a:r>
              <a:rPr lang="en-US" sz="2000" dirty="0" err="1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Network</a:t>
            </a:r>
            <a:endParaRPr lang="en-US" sz="2000" dirty="0">
              <a:solidFill>
                <a:srgbClr val="FFFFFF"/>
              </a:solidFill>
              <a:latin typeface="Helvetica Neue Medium"/>
              <a:ea typeface="Helvetica Neue Medium"/>
              <a:cs typeface="Helvetica Neue Medium"/>
              <a:sym typeface="Helvetica Neue Medium"/>
            </a:endParaRPr>
          </a:p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2000" b="0" i="0" u="none" strike="noStrike" cap="none" spc="0" normalizeH="0" baseline="0" dirty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L2/</a:t>
            </a:r>
            <a:r>
              <a:rPr lang="en-US" sz="2000" dirty="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L3 control</a:t>
            </a:r>
            <a:endParaRPr kumimoji="0" lang="en-US" sz="2000" b="0" i="0" u="none" strike="noStrike" cap="none" spc="0" normalizeH="0" baseline="0" dirty="0">
              <a:ln>
                <a:noFill/>
              </a:ln>
              <a:solidFill>
                <a:srgbClr val="FFFFFF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DF637F50-611F-D5D7-E544-DA520DE64FB9}"/>
              </a:ext>
            </a:extLst>
          </p:cNvPr>
          <p:cNvSpPr/>
          <p:nvPr/>
        </p:nvSpPr>
        <p:spPr>
          <a:xfrm>
            <a:off x="677841" y="4447877"/>
            <a:ext cx="1689100" cy="718145"/>
          </a:xfrm>
          <a:prstGeom prst="rect">
            <a:avLst/>
          </a:prstGeom>
          <a:solidFill>
            <a:schemeClr val="accent1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2000" b="0" i="0" u="none" strike="noStrike" cap="none" spc="0" normalizeH="0" baseline="0" dirty="0" err="1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Ix</a:t>
            </a:r>
            <a:r>
              <a:rPr lang="en-US" sz="2000" dirty="0" err="1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Explorer</a:t>
            </a:r>
            <a:endParaRPr lang="en-US" sz="2000" dirty="0">
              <a:solidFill>
                <a:srgbClr val="FFFFFF"/>
              </a:solidFill>
              <a:latin typeface="Helvetica Neue Medium"/>
              <a:ea typeface="Helvetica Neue Medium"/>
              <a:cs typeface="Helvetica Neue Medium"/>
              <a:sym typeface="Helvetica Neue Medium"/>
            </a:endParaRPr>
          </a:p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2000" b="0" i="0" u="none" strike="noStrike" cap="none" spc="0" normalizeH="0" baseline="0" dirty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L1 </a:t>
            </a:r>
            <a:r>
              <a:rPr lang="en-US" sz="2000" dirty="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control</a:t>
            </a:r>
            <a:endParaRPr kumimoji="0" lang="en-US" sz="2000" b="0" i="0" u="none" strike="noStrike" cap="none" spc="0" normalizeH="0" baseline="0" dirty="0">
              <a:ln>
                <a:noFill/>
              </a:ln>
              <a:solidFill>
                <a:srgbClr val="FFFFFF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070C6D4E-6A54-1322-2510-06240A5B903B}"/>
              </a:ext>
            </a:extLst>
          </p:cNvPr>
          <p:cNvSpPr/>
          <p:nvPr/>
        </p:nvSpPr>
        <p:spPr>
          <a:xfrm>
            <a:off x="438150" y="1447800"/>
            <a:ext cx="5308600" cy="2482850"/>
          </a:xfrm>
          <a:prstGeom prst="rect">
            <a:avLst/>
          </a:prstGeom>
          <a:noFill/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 dirty="0">
              <a:ln>
                <a:noFill/>
              </a:ln>
              <a:solidFill>
                <a:srgbClr val="FFFFFF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9EF41678-1AFB-22BA-6B5B-A3E12457CAC0}"/>
              </a:ext>
            </a:extLst>
          </p:cNvPr>
          <p:cNvSpPr txBox="1"/>
          <p:nvPr/>
        </p:nvSpPr>
        <p:spPr>
          <a:xfrm>
            <a:off x="2921000" y="1801362"/>
            <a:ext cx="6096000" cy="369332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r>
              <a:rPr lang="en-US">
                <a:hlinkClick r:id="rId2"/>
              </a:rPr>
              <a:t>Chassis REST API</a:t>
            </a:r>
            <a:endParaRPr lang="en-US" dirty="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E385083D-F8CE-E17F-42AB-0A7AEEEE4B7C}"/>
              </a:ext>
            </a:extLst>
          </p:cNvPr>
          <p:cNvSpPr txBox="1"/>
          <p:nvPr/>
        </p:nvSpPr>
        <p:spPr>
          <a:xfrm>
            <a:off x="2921000" y="2989192"/>
            <a:ext cx="6096000" cy="369332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r>
              <a:rPr lang="en-US" dirty="0" err="1">
                <a:hlinkClick r:id="rId3"/>
              </a:rPr>
              <a:t>IxNetwork</a:t>
            </a:r>
            <a:r>
              <a:rPr lang="en-US" dirty="0">
                <a:hlinkClick r:id="rId3"/>
              </a:rPr>
              <a:t> REST API</a:t>
            </a:r>
            <a:endParaRPr lang="en-US" dirty="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4A5F8480-BA4F-CB9C-ADED-E6E7B12D0D05}"/>
              </a:ext>
            </a:extLst>
          </p:cNvPr>
          <p:cNvSpPr txBox="1"/>
          <p:nvPr/>
        </p:nvSpPr>
        <p:spPr>
          <a:xfrm>
            <a:off x="2921000" y="4447877"/>
            <a:ext cx="3015249" cy="1107996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0" tIns="0" rIns="0" bIns="0" numCol="1" spcCol="38100" rtlCol="0" anchor="t" anchorCtr="0">
            <a:spAutoFit/>
          </a:bodyPr>
          <a:lstStyle/>
          <a:p>
            <a:pPr marL="0" marR="0" indent="0" algn="l" defTabSz="2438338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b="0" i="0" u="none" strike="noStrike" cap="none" spc="0" normalizeH="0" baseline="0" dirty="0">
                <a:ln>
                  <a:noFill/>
                </a:ln>
                <a:solidFill>
                  <a:schemeClr val="tx2"/>
                </a:solidFill>
                <a:effectLst/>
                <a:uFillTx/>
                <a:latin typeface="+mn-lt"/>
                <a:ea typeface="+mn-ea"/>
                <a:cs typeface="+mn-cs"/>
                <a:sym typeface="Helvetica Neue"/>
              </a:rPr>
              <a:t>No </a:t>
            </a:r>
            <a:r>
              <a:rPr kumimoji="0" lang="en-US" b="0" i="0" u="none" strike="noStrike" cap="none" spc="0" normalizeH="0" baseline="0" dirty="0" err="1">
                <a:ln>
                  <a:noFill/>
                </a:ln>
                <a:solidFill>
                  <a:schemeClr val="tx2"/>
                </a:solidFill>
                <a:effectLst/>
                <a:uFillTx/>
                <a:latin typeface="+mn-lt"/>
                <a:ea typeface="+mn-ea"/>
                <a:cs typeface="+mn-cs"/>
                <a:sym typeface="Helvetica Neue"/>
              </a:rPr>
              <a:t>ixtclserver</a:t>
            </a:r>
            <a:endParaRPr kumimoji="0" lang="en-US" b="0" i="0" u="none" strike="noStrike" cap="none" spc="0" normalizeH="0" baseline="0" dirty="0">
              <a:ln>
                <a:noFill/>
              </a:ln>
              <a:solidFill>
                <a:schemeClr val="tx2"/>
              </a:solidFill>
              <a:effectLst/>
              <a:uFillTx/>
              <a:latin typeface="+mn-lt"/>
              <a:ea typeface="+mn-ea"/>
              <a:cs typeface="+mn-cs"/>
              <a:sym typeface="Helvetica Neue"/>
            </a:endParaRPr>
          </a:p>
          <a:p>
            <a:pPr marL="0" marR="0" indent="0" algn="l" defTabSz="2438338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dirty="0">
                <a:solidFill>
                  <a:schemeClr val="tx2"/>
                </a:solidFill>
                <a:sym typeface="Helvetica Neue"/>
              </a:rPr>
              <a:t>No </a:t>
            </a:r>
            <a:r>
              <a:rPr kumimoji="0" lang="en-US" b="0" i="0" u="none" strike="noStrike" cap="none" spc="0" normalizeH="0" baseline="0" dirty="0" err="1">
                <a:ln>
                  <a:noFill/>
                </a:ln>
                <a:solidFill>
                  <a:schemeClr val="tx2"/>
                </a:solidFill>
                <a:effectLst/>
                <a:uFillTx/>
                <a:latin typeface="+mn-lt"/>
                <a:ea typeface="+mn-ea"/>
                <a:cs typeface="+mn-cs"/>
                <a:sym typeface="Helvetica Neue"/>
              </a:rPr>
              <a:t>ixnetworkWebApi</a:t>
            </a:r>
            <a:endParaRPr kumimoji="0" lang="en-US" b="0" i="0" u="none" strike="noStrike" cap="none" spc="0" normalizeH="0" baseline="0" dirty="0">
              <a:ln>
                <a:noFill/>
              </a:ln>
              <a:solidFill>
                <a:schemeClr val="tx2"/>
              </a:solidFill>
              <a:effectLst/>
              <a:uFillTx/>
              <a:latin typeface="+mn-lt"/>
              <a:ea typeface="+mn-ea"/>
              <a:cs typeface="+mn-cs"/>
              <a:sym typeface="Helvetica Neue"/>
            </a:endParaRPr>
          </a:p>
          <a:p>
            <a:pPr marL="0" marR="0" indent="0" algn="l" defTabSz="2438338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dirty="0">
                <a:solidFill>
                  <a:schemeClr val="tx2"/>
                </a:solidFill>
                <a:sym typeface="Helvetica Neue"/>
              </a:rPr>
              <a:t>No </a:t>
            </a:r>
            <a:r>
              <a:rPr kumimoji="0" lang="en-US" b="0" i="0" u="none" strike="noStrike" cap="none" spc="0" normalizeH="0" baseline="0" dirty="0" err="1">
                <a:ln>
                  <a:noFill/>
                </a:ln>
                <a:solidFill>
                  <a:schemeClr val="tx2"/>
                </a:solidFill>
                <a:effectLst/>
                <a:uFillTx/>
                <a:latin typeface="+mn-lt"/>
                <a:ea typeface="+mn-ea"/>
                <a:cs typeface="+mn-cs"/>
                <a:sym typeface="Helvetica Neue"/>
              </a:rPr>
              <a:t>ixnetworkServer</a:t>
            </a:r>
            <a:endParaRPr kumimoji="0" lang="en-US" b="0" i="0" u="none" strike="noStrike" cap="none" spc="0" normalizeH="0" baseline="0" dirty="0">
              <a:ln>
                <a:noFill/>
              </a:ln>
              <a:solidFill>
                <a:schemeClr val="tx2"/>
              </a:solidFill>
              <a:effectLst/>
              <a:uFillTx/>
              <a:latin typeface="+mn-lt"/>
              <a:ea typeface="+mn-ea"/>
              <a:cs typeface="+mn-cs"/>
              <a:sym typeface="Helvetica Neue"/>
            </a:endParaRPr>
          </a:p>
          <a:p>
            <a:pPr marL="0" marR="0" indent="0" algn="l" defTabSz="2438338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b="0" i="0" u="none" strike="noStrike" cap="none" spc="0" normalizeH="0" baseline="0" dirty="0">
                <a:ln>
                  <a:noFill/>
                </a:ln>
                <a:solidFill>
                  <a:schemeClr val="tx2"/>
                </a:solidFill>
                <a:effectLst/>
                <a:uFillTx/>
                <a:latin typeface="+mn-lt"/>
                <a:ea typeface="+mn-ea"/>
                <a:cs typeface="+mn-cs"/>
                <a:sym typeface="Helvetica Neue"/>
              </a:rPr>
              <a:t>Need to contact IXIA support</a:t>
            </a:r>
          </a:p>
        </p:txBody>
      </p:sp>
      <p:pic>
        <p:nvPicPr>
          <p:cNvPr id="30" name="Picture 29">
            <a:extLst>
              <a:ext uri="{FF2B5EF4-FFF2-40B4-BE49-F238E27FC236}">
                <a16:creationId xmlns:a16="http://schemas.microsoft.com/office/drawing/2014/main" id="{58F6D129-49D9-CEC2-7FCC-EF14F0EB036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88054" y="305549"/>
            <a:ext cx="5226105" cy="4643849"/>
          </a:xfrm>
          <a:prstGeom prst="rect">
            <a:avLst/>
          </a:prstGeom>
        </p:spPr>
      </p:pic>
      <p:pic>
        <p:nvPicPr>
          <p:cNvPr id="31" name="Picture 30">
            <a:extLst>
              <a:ext uri="{FF2B5EF4-FFF2-40B4-BE49-F238E27FC236}">
                <a16:creationId xmlns:a16="http://schemas.microsoft.com/office/drawing/2014/main" id="{EECE8100-381B-3FAA-42AE-A85CE2F8565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83098" y="5162802"/>
            <a:ext cx="5299088" cy="7486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83901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1F3DAE-0A0A-5A36-779A-D22A8E666A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Function Validations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1D5D6FD-0041-9897-DEDB-AA7C069042FD}"/>
              </a:ext>
            </a:extLst>
          </p:cNvPr>
          <p:cNvSpPr>
            <a:spLocks noGrp="1"/>
          </p:cNvSpPr>
          <p:nvPr>
            <p:ph sz="quarter" idx="28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IXIA Packet setting</a:t>
            </a:r>
          </a:p>
          <a:p>
            <a:pPr lvl="1"/>
            <a:r>
              <a:rPr lang="en-US" dirty="0"/>
              <a:t>IXIA DA setting</a:t>
            </a:r>
          </a:p>
          <a:p>
            <a:pPr lvl="1"/>
            <a:r>
              <a:rPr lang="en-US" dirty="0"/>
              <a:t>IXIA Packet size setting</a:t>
            </a:r>
          </a:p>
          <a:p>
            <a:r>
              <a:rPr lang="en-US" dirty="0"/>
              <a:t>IXIA-E830</a:t>
            </a:r>
          </a:p>
          <a:p>
            <a:pPr lvl="1"/>
            <a:r>
              <a:rPr lang="en-US" dirty="0"/>
              <a:t>Received packets check</a:t>
            </a:r>
          </a:p>
          <a:p>
            <a:r>
              <a:rPr lang="en-US" dirty="0"/>
              <a:t>BASE-T Switch AN advertise setting</a:t>
            </a:r>
          </a:p>
          <a:p>
            <a:r>
              <a:rPr lang="en-US" dirty="0"/>
              <a:t>BASE-T force speed</a:t>
            </a:r>
          </a:p>
          <a:p>
            <a:r>
              <a:rPr lang="en-US" dirty="0"/>
              <a:t>IXIA-E610</a:t>
            </a:r>
          </a:p>
          <a:p>
            <a:pPr lvl="1"/>
            <a:r>
              <a:rPr lang="en-US" dirty="0"/>
              <a:t>Received packets check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0933686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Rectangle 35">
            <a:extLst>
              <a:ext uri="{FF2B5EF4-FFF2-40B4-BE49-F238E27FC236}">
                <a16:creationId xmlns:a16="http://schemas.microsoft.com/office/drawing/2014/main" id="{7361E32D-3321-6DD1-4B34-144C47501C99}"/>
              </a:ext>
            </a:extLst>
          </p:cNvPr>
          <p:cNvSpPr/>
          <p:nvPr/>
        </p:nvSpPr>
        <p:spPr>
          <a:xfrm>
            <a:off x="4315853" y="5730254"/>
            <a:ext cx="2003227" cy="444500"/>
          </a:xfrm>
          <a:prstGeom prst="rect">
            <a:avLst/>
          </a:prstGeom>
          <a:solidFill>
            <a:schemeClr val="accent1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BCDDCE9-333B-3388-0A63-A1D31CE3DB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IXIA – Switch – E830 validation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C21E5D-6501-6849-0695-04409A0B3FF5}"/>
              </a:ext>
            </a:extLst>
          </p:cNvPr>
          <p:cNvSpPr>
            <a:spLocks noGrp="1"/>
          </p:cNvSpPr>
          <p:nvPr>
            <p:ph sz="quarter" idx="28"/>
          </p:nvPr>
        </p:nvSpPr>
        <p:spPr/>
        <p:txBody>
          <a:bodyPr/>
          <a:lstStyle/>
          <a:p>
            <a:r>
              <a:rPr lang="en-US" dirty="0"/>
              <a:t>Non-broadcast packets: DA setting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r>
              <a:rPr lang="en-US" dirty="0"/>
              <a:t>IXIA-to-Intel NIC packets validation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FA9D85F3-2C9E-DABE-9985-401D1DAD0AD9}"/>
              </a:ext>
            </a:extLst>
          </p:cNvPr>
          <p:cNvSpPr/>
          <p:nvPr/>
        </p:nvSpPr>
        <p:spPr>
          <a:xfrm>
            <a:off x="1390650" y="2184400"/>
            <a:ext cx="4025900" cy="444500"/>
          </a:xfrm>
          <a:prstGeom prst="rect">
            <a:avLst/>
          </a:prstGeom>
          <a:solidFill>
            <a:schemeClr val="accent1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996D1A5-29BE-DD98-17F9-7B1EC0BFE220}"/>
              </a:ext>
            </a:extLst>
          </p:cNvPr>
          <p:cNvSpPr/>
          <p:nvPr/>
        </p:nvSpPr>
        <p:spPr>
          <a:xfrm>
            <a:off x="1390650" y="3292246"/>
            <a:ext cx="4025900" cy="444500"/>
          </a:xfrm>
          <a:prstGeom prst="rect">
            <a:avLst/>
          </a:prstGeom>
          <a:solidFill>
            <a:schemeClr val="accent1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11C154E-1918-8FD1-EDB4-F43F1F27E99B}"/>
              </a:ext>
            </a:extLst>
          </p:cNvPr>
          <p:cNvSpPr/>
          <p:nvPr/>
        </p:nvSpPr>
        <p:spPr>
          <a:xfrm>
            <a:off x="1739900" y="2338735"/>
            <a:ext cx="508000" cy="256480"/>
          </a:xfrm>
          <a:prstGeom prst="rect">
            <a:avLst/>
          </a:prstGeom>
          <a:solidFill>
            <a:schemeClr val="accent4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1000" b="0" i="0" u="none" strike="noStrike" cap="none" spc="0" normalizeH="0" baseline="0" dirty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13/1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33751BDC-DBFA-215E-C782-078687F0D002}"/>
              </a:ext>
            </a:extLst>
          </p:cNvPr>
          <p:cNvSpPr/>
          <p:nvPr/>
        </p:nvSpPr>
        <p:spPr>
          <a:xfrm>
            <a:off x="1727200" y="3386257"/>
            <a:ext cx="508000" cy="256480"/>
          </a:xfrm>
          <a:prstGeom prst="rect">
            <a:avLst/>
          </a:prstGeom>
          <a:solidFill>
            <a:schemeClr val="accent4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1000" b="0" i="0" u="none" strike="noStrike" cap="none" spc="0" normalizeH="0" baseline="0" dirty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1.1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723D4536-44CA-7985-1828-B43471E2029B}"/>
              </a:ext>
            </a:extLst>
          </p:cNvPr>
          <p:cNvSpPr/>
          <p:nvPr/>
        </p:nvSpPr>
        <p:spPr>
          <a:xfrm>
            <a:off x="2698750" y="2338735"/>
            <a:ext cx="508000" cy="256480"/>
          </a:xfrm>
          <a:prstGeom prst="rect">
            <a:avLst/>
          </a:prstGeom>
          <a:solidFill>
            <a:schemeClr val="accent4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1000" b="0" i="0" u="none" strike="noStrike" cap="none" spc="0" normalizeH="0" baseline="0" dirty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14/1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8721AEC8-9C6D-CD94-82C8-AB6ED1F8A0A4}"/>
              </a:ext>
            </a:extLst>
          </p:cNvPr>
          <p:cNvSpPr/>
          <p:nvPr/>
        </p:nvSpPr>
        <p:spPr>
          <a:xfrm>
            <a:off x="2686050" y="3386256"/>
            <a:ext cx="508000" cy="256480"/>
          </a:xfrm>
          <a:prstGeom prst="rect">
            <a:avLst/>
          </a:prstGeom>
          <a:solidFill>
            <a:schemeClr val="accent4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1000" b="0" i="0" u="none" strike="noStrike" cap="none" spc="0" normalizeH="0" baseline="0" dirty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2.1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2F52E9E9-A531-6EB9-C454-1B7A49B9BC21}"/>
              </a:ext>
            </a:extLst>
          </p:cNvPr>
          <p:cNvSpPr/>
          <p:nvPr/>
        </p:nvSpPr>
        <p:spPr>
          <a:xfrm>
            <a:off x="3670300" y="2332385"/>
            <a:ext cx="508000" cy="256480"/>
          </a:xfrm>
          <a:prstGeom prst="rect">
            <a:avLst/>
          </a:prstGeom>
          <a:solidFill>
            <a:schemeClr val="accent4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1000" b="0" i="0" u="none" strike="noStrike" cap="none" spc="0" normalizeH="0" baseline="0" dirty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15/1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4901A152-C331-97FB-3C60-ADC5909AD4EB}"/>
              </a:ext>
            </a:extLst>
          </p:cNvPr>
          <p:cNvSpPr/>
          <p:nvPr/>
        </p:nvSpPr>
        <p:spPr>
          <a:xfrm>
            <a:off x="3657600" y="3379906"/>
            <a:ext cx="508000" cy="256480"/>
          </a:xfrm>
          <a:prstGeom prst="rect">
            <a:avLst/>
          </a:prstGeom>
          <a:solidFill>
            <a:schemeClr val="accent4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1000" b="0" i="0" u="none" strike="noStrike" cap="none" spc="0" normalizeH="0" baseline="0" dirty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3.1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618F44BE-CC3C-15CF-40C4-AD4C2F07C862}"/>
              </a:ext>
            </a:extLst>
          </p:cNvPr>
          <p:cNvSpPr/>
          <p:nvPr/>
        </p:nvSpPr>
        <p:spPr>
          <a:xfrm>
            <a:off x="4543360" y="2338735"/>
            <a:ext cx="508000" cy="256480"/>
          </a:xfrm>
          <a:prstGeom prst="rect">
            <a:avLst/>
          </a:prstGeom>
          <a:solidFill>
            <a:schemeClr val="accent4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1000" b="0" i="0" u="none" strike="noStrike" cap="none" spc="0" normalizeH="0" baseline="0" dirty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16/1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E40B919A-A503-ECB9-6846-700BD0B0C15B}"/>
              </a:ext>
            </a:extLst>
          </p:cNvPr>
          <p:cNvSpPr/>
          <p:nvPr/>
        </p:nvSpPr>
        <p:spPr>
          <a:xfrm>
            <a:off x="4530660" y="3386256"/>
            <a:ext cx="508000" cy="256480"/>
          </a:xfrm>
          <a:prstGeom prst="rect">
            <a:avLst/>
          </a:prstGeom>
          <a:solidFill>
            <a:schemeClr val="accent4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1000" b="0" i="0" u="none" strike="noStrike" cap="none" spc="0" normalizeH="0" baseline="0" dirty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4.1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F3E67A23-E5C5-02AD-D2F6-6F0E4610A203}"/>
              </a:ext>
            </a:extLst>
          </p:cNvPr>
          <p:cNvSpPr txBox="1"/>
          <p:nvPr/>
        </p:nvSpPr>
        <p:spPr>
          <a:xfrm>
            <a:off x="640461" y="2268150"/>
            <a:ext cx="599523" cy="276999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0" tIns="0" rIns="0" bIns="0" numCol="1" spcCol="38100" rtlCol="0" anchor="t" anchorCtr="0">
            <a:spAutoFit/>
          </a:bodyPr>
          <a:lstStyle/>
          <a:p>
            <a:pPr marL="0" marR="0" indent="0" algn="l" defTabSz="2438338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dirty="0">
                <a:solidFill>
                  <a:schemeClr val="tx2"/>
                </a:solidFill>
                <a:sym typeface="Helvetica Neue"/>
              </a:rPr>
              <a:t>Arista</a:t>
            </a:r>
            <a:endParaRPr kumimoji="0" lang="en-US" b="0" i="0" u="none" strike="noStrike" cap="none" spc="0" normalizeH="0" baseline="0" dirty="0">
              <a:ln>
                <a:noFill/>
              </a:ln>
              <a:solidFill>
                <a:schemeClr val="tx2"/>
              </a:solidFill>
              <a:effectLst/>
              <a:uFillTx/>
              <a:latin typeface="+mn-lt"/>
              <a:ea typeface="+mn-ea"/>
              <a:cs typeface="+mn-cs"/>
              <a:sym typeface="Helvetica Neue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0EEB7AD8-0508-B9E3-9454-7E4C4A6B2B40}"/>
              </a:ext>
            </a:extLst>
          </p:cNvPr>
          <p:cNvSpPr txBox="1"/>
          <p:nvPr/>
        </p:nvSpPr>
        <p:spPr>
          <a:xfrm>
            <a:off x="676827" y="3386256"/>
            <a:ext cx="421590" cy="276999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0" tIns="0" rIns="0" bIns="0" numCol="1" spcCol="38100" rtlCol="0" anchor="t" anchorCtr="0">
            <a:spAutoFit/>
          </a:bodyPr>
          <a:lstStyle/>
          <a:p>
            <a:pPr marL="0" marR="0" indent="0" algn="l" defTabSz="2438338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b="0" i="0" u="none" strike="noStrike" cap="none" spc="0" normalizeH="0" baseline="0" dirty="0">
                <a:ln>
                  <a:noFill/>
                </a:ln>
                <a:solidFill>
                  <a:schemeClr val="tx2"/>
                </a:solidFill>
                <a:effectLst/>
                <a:uFillTx/>
                <a:latin typeface="+mn-lt"/>
                <a:ea typeface="+mn-ea"/>
                <a:cs typeface="+mn-cs"/>
                <a:sym typeface="Helvetica Neue"/>
              </a:rPr>
              <a:t>IX</a:t>
            </a:r>
            <a:r>
              <a:rPr lang="en-US" dirty="0">
                <a:solidFill>
                  <a:schemeClr val="tx2"/>
                </a:solidFill>
                <a:sym typeface="Helvetica Neue"/>
              </a:rPr>
              <a:t>IA</a:t>
            </a:r>
            <a:endParaRPr kumimoji="0" lang="en-US" b="0" i="0" u="none" strike="noStrike" cap="none" spc="0" normalizeH="0" baseline="0" dirty="0">
              <a:ln>
                <a:noFill/>
              </a:ln>
              <a:solidFill>
                <a:schemeClr val="tx2"/>
              </a:solidFill>
              <a:effectLst/>
              <a:uFillTx/>
              <a:latin typeface="+mn-lt"/>
              <a:ea typeface="+mn-ea"/>
              <a:cs typeface="+mn-cs"/>
              <a:sym typeface="Helvetica Neue"/>
            </a:endParaRPr>
          </a:p>
        </p:txBody>
      </p:sp>
      <p:sp>
        <p:nvSpPr>
          <p:cNvPr id="16" name="Arrow: Up-Down 15">
            <a:extLst>
              <a:ext uri="{FF2B5EF4-FFF2-40B4-BE49-F238E27FC236}">
                <a16:creationId xmlns:a16="http://schemas.microsoft.com/office/drawing/2014/main" id="{518E4EC6-8271-8906-1B58-2CA052CEC8B9}"/>
              </a:ext>
            </a:extLst>
          </p:cNvPr>
          <p:cNvSpPr/>
          <p:nvPr/>
        </p:nvSpPr>
        <p:spPr>
          <a:xfrm>
            <a:off x="1866900" y="2571750"/>
            <a:ext cx="228600" cy="808156"/>
          </a:xfrm>
          <a:prstGeom prst="upDownArrow">
            <a:avLst/>
          </a:prstGeom>
          <a:solidFill>
            <a:schemeClr val="tx1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17" name="Arrow: Up-Down 16">
            <a:extLst>
              <a:ext uri="{FF2B5EF4-FFF2-40B4-BE49-F238E27FC236}">
                <a16:creationId xmlns:a16="http://schemas.microsoft.com/office/drawing/2014/main" id="{97CB8C2B-B115-1A67-104B-F885286AB7D0}"/>
              </a:ext>
            </a:extLst>
          </p:cNvPr>
          <p:cNvSpPr/>
          <p:nvPr/>
        </p:nvSpPr>
        <p:spPr>
          <a:xfrm>
            <a:off x="4683125" y="2578100"/>
            <a:ext cx="228600" cy="808156"/>
          </a:xfrm>
          <a:prstGeom prst="upDownArrow">
            <a:avLst/>
          </a:prstGeom>
          <a:solidFill>
            <a:schemeClr val="tx1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31B3E144-3A8D-501F-3B78-84D966C2EABC}"/>
              </a:ext>
            </a:extLst>
          </p:cNvPr>
          <p:cNvCxnSpPr>
            <a:cxnSpLocks/>
          </p:cNvCxnSpPr>
          <p:nvPr/>
        </p:nvCxnSpPr>
        <p:spPr>
          <a:xfrm>
            <a:off x="1652718" y="3190357"/>
            <a:ext cx="243362" cy="184865"/>
          </a:xfrm>
          <a:prstGeom prst="straightConnector1">
            <a:avLst/>
          </a:prstGeom>
          <a:noFill/>
          <a:ln w="25400" cap="flat">
            <a:solidFill>
              <a:srgbClr val="000000"/>
            </a:solidFill>
            <a:prstDash val="solid"/>
            <a:miter lim="400000"/>
            <a:tailEnd type="triangl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20" name="TextBox 19">
            <a:extLst>
              <a:ext uri="{FF2B5EF4-FFF2-40B4-BE49-F238E27FC236}">
                <a16:creationId xmlns:a16="http://schemas.microsoft.com/office/drawing/2014/main" id="{23B20CB0-2408-D51B-4D9E-620888679789}"/>
              </a:ext>
            </a:extLst>
          </p:cNvPr>
          <p:cNvSpPr txBox="1"/>
          <p:nvPr/>
        </p:nvSpPr>
        <p:spPr>
          <a:xfrm>
            <a:off x="250405" y="2883495"/>
            <a:ext cx="1394613" cy="369332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0" tIns="0" rIns="0" bIns="0" numCol="1" spcCol="38100" rtlCol="0" anchor="t" anchorCtr="0">
            <a:spAutoFit/>
          </a:bodyPr>
          <a:lstStyle/>
          <a:p>
            <a:pPr marL="0" marR="0" indent="0" algn="l" defTabSz="2438338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1200" dirty="0">
                <a:solidFill>
                  <a:schemeClr val="tx2"/>
                </a:solidFill>
                <a:sym typeface="Helvetica Neue"/>
              </a:rPr>
              <a:t>Set DA as 16/1 MAC</a:t>
            </a:r>
          </a:p>
          <a:p>
            <a:pPr marL="0" marR="0" indent="0" algn="l" defTabSz="2438338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1200" b="0" i="0" u="none" strike="noStrike" cap="none" spc="0" normalizeH="0" baseline="0" dirty="0">
                <a:ln>
                  <a:noFill/>
                </a:ln>
                <a:solidFill>
                  <a:schemeClr val="tx2"/>
                </a:solidFill>
                <a:effectLst/>
                <a:uFillTx/>
                <a:latin typeface="+mn-lt"/>
                <a:ea typeface="+mn-ea"/>
                <a:cs typeface="+mn-cs"/>
                <a:sym typeface="Helvetica Neue"/>
              </a:rPr>
              <a:t>Se</a:t>
            </a:r>
            <a:r>
              <a:rPr lang="en-US" sz="1200" dirty="0">
                <a:solidFill>
                  <a:schemeClr val="tx2"/>
                </a:solidFill>
                <a:sym typeface="Helvetica Neue"/>
              </a:rPr>
              <a:t>t SA as 13/1 MAC</a:t>
            </a:r>
            <a:endParaRPr kumimoji="0" lang="en-US" sz="1200" b="0" i="0" u="none" strike="noStrike" cap="none" spc="0" normalizeH="0" baseline="0" dirty="0">
              <a:ln>
                <a:noFill/>
              </a:ln>
              <a:solidFill>
                <a:schemeClr val="tx2"/>
              </a:solidFill>
              <a:effectLst/>
              <a:uFillTx/>
              <a:latin typeface="+mn-lt"/>
              <a:ea typeface="+mn-ea"/>
              <a:cs typeface="+mn-cs"/>
              <a:sym typeface="Helvetica Neue"/>
            </a:endParaRPr>
          </a:p>
        </p:txBody>
      </p: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6DD41889-9E13-127B-C3AA-92EEA66257E4}"/>
              </a:ext>
            </a:extLst>
          </p:cNvPr>
          <p:cNvCxnSpPr>
            <a:cxnSpLocks/>
          </p:cNvCxnSpPr>
          <p:nvPr/>
        </p:nvCxnSpPr>
        <p:spPr>
          <a:xfrm flipH="1">
            <a:off x="4949167" y="3181973"/>
            <a:ext cx="254791" cy="148937"/>
          </a:xfrm>
          <a:prstGeom prst="straightConnector1">
            <a:avLst/>
          </a:prstGeom>
          <a:noFill/>
          <a:ln w="25400" cap="flat">
            <a:solidFill>
              <a:srgbClr val="000000"/>
            </a:solidFill>
            <a:prstDash val="solid"/>
            <a:miter lim="400000"/>
            <a:tailEnd type="triangl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22" name="TextBox 21">
            <a:extLst>
              <a:ext uri="{FF2B5EF4-FFF2-40B4-BE49-F238E27FC236}">
                <a16:creationId xmlns:a16="http://schemas.microsoft.com/office/drawing/2014/main" id="{D4DC6414-CE04-4544-2820-F8C7E3BFE689}"/>
              </a:ext>
            </a:extLst>
          </p:cNvPr>
          <p:cNvSpPr txBox="1"/>
          <p:nvPr/>
        </p:nvSpPr>
        <p:spPr>
          <a:xfrm>
            <a:off x="5317467" y="2885174"/>
            <a:ext cx="1394613" cy="369332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0" tIns="0" rIns="0" bIns="0" numCol="1" spcCol="38100" rtlCol="0" anchor="t" anchorCtr="0">
            <a:spAutoFit/>
          </a:bodyPr>
          <a:lstStyle/>
          <a:p>
            <a:pPr marL="0" marR="0" indent="0" algn="l" defTabSz="2438338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1200" dirty="0">
                <a:solidFill>
                  <a:schemeClr val="tx2"/>
                </a:solidFill>
                <a:sym typeface="Helvetica Neue"/>
              </a:rPr>
              <a:t>Set DA as 13/1 MAC</a:t>
            </a:r>
          </a:p>
          <a:p>
            <a:pPr marL="0" marR="0" indent="0" algn="l" defTabSz="2438338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1200" b="0" i="0" u="none" strike="noStrike" cap="none" spc="0" normalizeH="0" baseline="0" dirty="0">
                <a:ln>
                  <a:noFill/>
                </a:ln>
                <a:solidFill>
                  <a:schemeClr val="tx2"/>
                </a:solidFill>
                <a:effectLst/>
                <a:uFillTx/>
                <a:latin typeface="+mn-lt"/>
                <a:ea typeface="+mn-ea"/>
                <a:cs typeface="+mn-cs"/>
                <a:sym typeface="Helvetica Neue"/>
              </a:rPr>
              <a:t>Set SA as 16/1 MAC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10C36680-6DF8-6F3D-E498-0DE1F6697A0B}"/>
              </a:ext>
            </a:extLst>
          </p:cNvPr>
          <p:cNvSpPr/>
          <p:nvPr/>
        </p:nvSpPr>
        <p:spPr>
          <a:xfrm>
            <a:off x="1365250" y="5735753"/>
            <a:ext cx="2003227" cy="444500"/>
          </a:xfrm>
          <a:prstGeom prst="rect">
            <a:avLst/>
          </a:prstGeom>
          <a:solidFill>
            <a:schemeClr val="accent1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1D325533-CBE2-5245-5940-F3EF8A35F256}"/>
              </a:ext>
            </a:extLst>
          </p:cNvPr>
          <p:cNvSpPr/>
          <p:nvPr/>
        </p:nvSpPr>
        <p:spPr>
          <a:xfrm>
            <a:off x="1701800" y="5829764"/>
            <a:ext cx="508000" cy="256480"/>
          </a:xfrm>
          <a:prstGeom prst="rect">
            <a:avLst/>
          </a:prstGeom>
          <a:solidFill>
            <a:schemeClr val="accent4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1000" b="0" i="0" u="none" strike="noStrike" cap="none" spc="0" normalizeH="0" baseline="0" dirty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1.1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4407F5A5-1EA3-CC39-9FF5-1BFE15F9940A}"/>
              </a:ext>
            </a:extLst>
          </p:cNvPr>
          <p:cNvSpPr/>
          <p:nvPr/>
        </p:nvSpPr>
        <p:spPr>
          <a:xfrm>
            <a:off x="2660650" y="5846878"/>
            <a:ext cx="508000" cy="222250"/>
          </a:xfrm>
          <a:prstGeom prst="rect">
            <a:avLst/>
          </a:prstGeom>
          <a:solidFill>
            <a:schemeClr val="bg1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 dirty="0">
              <a:ln>
                <a:noFill/>
              </a:ln>
              <a:solidFill>
                <a:srgbClr val="FFFFFF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7D46D60F-0452-7189-AE2C-2E573D6F70ED}"/>
              </a:ext>
            </a:extLst>
          </p:cNvPr>
          <p:cNvSpPr/>
          <p:nvPr/>
        </p:nvSpPr>
        <p:spPr>
          <a:xfrm>
            <a:off x="5290973" y="5842231"/>
            <a:ext cx="508000" cy="222250"/>
          </a:xfrm>
          <a:prstGeom prst="rect">
            <a:avLst/>
          </a:prstGeom>
          <a:solidFill>
            <a:schemeClr val="bg1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 dirty="0">
              <a:ln>
                <a:noFill/>
              </a:ln>
              <a:solidFill>
                <a:srgbClr val="FFFFFF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6572DF4E-DC54-7603-2DFE-BDF62701DB96}"/>
              </a:ext>
            </a:extLst>
          </p:cNvPr>
          <p:cNvSpPr/>
          <p:nvPr/>
        </p:nvSpPr>
        <p:spPr>
          <a:xfrm>
            <a:off x="4505260" y="5829763"/>
            <a:ext cx="508000" cy="256480"/>
          </a:xfrm>
          <a:prstGeom prst="rect">
            <a:avLst/>
          </a:prstGeom>
          <a:solidFill>
            <a:schemeClr val="accent4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000" b="0" i="0" u="none" strike="noStrike" cap="none" spc="0" normalizeH="0" baseline="0" dirty="0">
              <a:ln>
                <a:noFill/>
              </a:ln>
              <a:solidFill>
                <a:srgbClr val="FFFFFF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12A75C69-57CF-48A7-022B-470A63CB6912}"/>
              </a:ext>
            </a:extLst>
          </p:cNvPr>
          <p:cNvSpPr txBox="1"/>
          <p:nvPr/>
        </p:nvSpPr>
        <p:spPr>
          <a:xfrm>
            <a:off x="651427" y="5829763"/>
            <a:ext cx="421590" cy="276999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0" tIns="0" rIns="0" bIns="0" numCol="1" spcCol="38100" rtlCol="0" anchor="t" anchorCtr="0">
            <a:spAutoFit/>
          </a:bodyPr>
          <a:lstStyle/>
          <a:p>
            <a:pPr marL="0" marR="0" indent="0" algn="l" defTabSz="2438338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b="0" i="0" u="none" strike="noStrike" cap="none" spc="0" normalizeH="0" baseline="0" dirty="0">
                <a:ln>
                  <a:noFill/>
                </a:ln>
                <a:solidFill>
                  <a:schemeClr val="tx2"/>
                </a:solidFill>
                <a:effectLst/>
                <a:uFillTx/>
                <a:latin typeface="+mn-lt"/>
                <a:ea typeface="+mn-ea"/>
                <a:cs typeface="+mn-cs"/>
                <a:sym typeface="Helvetica Neue"/>
              </a:rPr>
              <a:t>IX</a:t>
            </a:r>
            <a:r>
              <a:rPr lang="en-US" dirty="0">
                <a:solidFill>
                  <a:schemeClr val="tx2"/>
                </a:solidFill>
                <a:sym typeface="Helvetica Neue"/>
              </a:rPr>
              <a:t>IA</a:t>
            </a:r>
            <a:endParaRPr kumimoji="0" lang="en-US" b="0" i="0" u="none" strike="noStrike" cap="none" spc="0" normalizeH="0" baseline="0" dirty="0">
              <a:ln>
                <a:noFill/>
              </a:ln>
              <a:solidFill>
                <a:schemeClr val="tx2"/>
              </a:solidFill>
              <a:effectLst/>
              <a:uFillTx/>
              <a:latin typeface="+mn-lt"/>
              <a:ea typeface="+mn-ea"/>
              <a:cs typeface="+mn-cs"/>
              <a:sym typeface="Helvetica Neue"/>
            </a:endParaRP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D24A04F1-5C2D-0031-9A9A-79614A9365D1}"/>
              </a:ext>
            </a:extLst>
          </p:cNvPr>
          <p:cNvSpPr/>
          <p:nvPr/>
        </p:nvSpPr>
        <p:spPr>
          <a:xfrm>
            <a:off x="1365250" y="4531036"/>
            <a:ext cx="4025900" cy="444500"/>
          </a:xfrm>
          <a:prstGeom prst="rect">
            <a:avLst/>
          </a:prstGeom>
          <a:solidFill>
            <a:schemeClr val="accent1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CD9AD07C-F5B7-0EDB-FF75-2A241B798B13}"/>
              </a:ext>
            </a:extLst>
          </p:cNvPr>
          <p:cNvSpPr/>
          <p:nvPr/>
        </p:nvSpPr>
        <p:spPr>
          <a:xfrm>
            <a:off x="1714500" y="4685371"/>
            <a:ext cx="508000" cy="256480"/>
          </a:xfrm>
          <a:prstGeom prst="rect">
            <a:avLst/>
          </a:prstGeom>
          <a:solidFill>
            <a:schemeClr val="accent4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1000" b="0" i="0" u="none" strike="noStrike" cap="none" spc="0" normalizeH="0" baseline="0" dirty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13/1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3CCDE202-5D63-9F87-B3F7-D39F8CC1D5BD}"/>
              </a:ext>
            </a:extLst>
          </p:cNvPr>
          <p:cNvSpPr/>
          <p:nvPr/>
        </p:nvSpPr>
        <p:spPr>
          <a:xfrm>
            <a:off x="2673350" y="4702486"/>
            <a:ext cx="508000" cy="222250"/>
          </a:xfrm>
          <a:prstGeom prst="rect">
            <a:avLst/>
          </a:prstGeom>
          <a:solidFill>
            <a:schemeClr val="bg1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 dirty="0">
              <a:ln>
                <a:noFill/>
              </a:ln>
              <a:solidFill>
                <a:srgbClr val="FFFFFF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52935B0F-931F-193D-F764-29E08933A21A}"/>
              </a:ext>
            </a:extLst>
          </p:cNvPr>
          <p:cNvSpPr/>
          <p:nvPr/>
        </p:nvSpPr>
        <p:spPr>
          <a:xfrm>
            <a:off x="3644900" y="4696136"/>
            <a:ext cx="508000" cy="222250"/>
          </a:xfrm>
          <a:prstGeom prst="rect">
            <a:avLst/>
          </a:prstGeom>
          <a:solidFill>
            <a:schemeClr val="bg1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 dirty="0">
              <a:ln>
                <a:noFill/>
              </a:ln>
              <a:solidFill>
                <a:srgbClr val="FFFFFF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36424240-B907-1B46-DDC9-464A59E365B2}"/>
              </a:ext>
            </a:extLst>
          </p:cNvPr>
          <p:cNvSpPr/>
          <p:nvPr/>
        </p:nvSpPr>
        <p:spPr>
          <a:xfrm>
            <a:off x="4517960" y="4685371"/>
            <a:ext cx="508000" cy="256480"/>
          </a:xfrm>
          <a:prstGeom prst="rect">
            <a:avLst/>
          </a:prstGeom>
          <a:solidFill>
            <a:schemeClr val="accent4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1000" b="0" i="0" u="none" strike="noStrike" cap="none" spc="0" normalizeH="0" baseline="0" dirty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16/1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526D7349-A095-3381-86D7-C599DDF893FF}"/>
              </a:ext>
            </a:extLst>
          </p:cNvPr>
          <p:cNvSpPr txBox="1"/>
          <p:nvPr/>
        </p:nvSpPr>
        <p:spPr>
          <a:xfrm>
            <a:off x="615061" y="4614786"/>
            <a:ext cx="599523" cy="276999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0" tIns="0" rIns="0" bIns="0" numCol="1" spcCol="38100" rtlCol="0" anchor="t" anchorCtr="0">
            <a:spAutoFit/>
          </a:bodyPr>
          <a:lstStyle/>
          <a:p>
            <a:pPr marL="0" marR="0" indent="0" algn="l" defTabSz="2438338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dirty="0">
                <a:solidFill>
                  <a:schemeClr val="tx2"/>
                </a:solidFill>
                <a:sym typeface="Helvetica Neue"/>
              </a:rPr>
              <a:t>Arista</a:t>
            </a:r>
            <a:endParaRPr kumimoji="0" lang="en-US" b="0" i="0" u="none" strike="noStrike" cap="none" spc="0" normalizeH="0" baseline="0" dirty="0">
              <a:ln>
                <a:noFill/>
              </a:ln>
              <a:solidFill>
                <a:schemeClr val="tx2"/>
              </a:solidFill>
              <a:effectLst/>
              <a:uFillTx/>
              <a:latin typeface="+mn-lt"/>
              <a:ea typeface="+mn-ea"/>
              <a:cs typeface="+mn-cs"/>
              <a:sym typeface="Helvetica Neue"/>
            </a:endParaRP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2CE5FD20-738A-A389-CC54-1363DDE7FFE6}"/>
              </a:ext>
            </a:extLst>
          </p:cNvPr>
          <p:cNvSpPr txBox="1"/>
          <p:nvPr/>
        </p:nvSpPr>
        <p:spPr>
          <a:xfrm>
            <a:off x="6465093" y="5694403"/>
            <a:ext cx="896079" cy="553998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0" tIns="0" rIns="0" bIns="0" numCol="1" spcCol="38100" rtlCol="0" anchor="t" anchorCtr="0">
            <a:spAutoFit/>
          </a:bodyPr>
          <a:lstStyle/>
          <a:p>
            <a:pPr marL="0" marR="0" indent="0" algn="l" defTabSz="2438338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dirty="0">
                <a:solidFill>
                  <a:schemeClr val="tx2"/>
                </a:solidFill>
                <a:sym typeface="Helvetica Neue"/>
              </a:rPr>
              <a:t>Intel NIC</a:t>
            </a:r>
          </a:p>
          <a:p>
            <a:pPr marL="0" marR="0" indent="0" algn="l" defTabSz="2438338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b="0" i="0" u="none" strike="noStrike" cap="none" spc="0" normalizeH="0" baseline="0" dirty="0">
                <a:ln>
                  <a:noFill/>
                </a:ln>
                <a:solidFill>
                  <a:schemeClr val="tx2"/>
                </a:solidFill>
                <a:effectLst/>
                <a:uFillTx/>
                <a:latin typeface="+mn-lt"/>
                <a:ea typeface="+mn-ea"/>
                <a:cs typeface="+mn-cs"/>
                <a:sym typeface="Helvetica Neue"/>
              </a:rPr>
              <a:t>(E830)</a:t>
            </a:r>
          </a:p>
        </p:txBody>
      </p:sp>
      <p:sp>
        <p:nvSpPr>
          <p:cNvPr id="40" name="Arrow: Up-Down 39">
            <a:extLst>
              <a:ext uri="{FF2B5EF4-FFF2-40B4-BE49-F238E27FC236}">
                <a16:creationId xmlns:a16="http://schemas.microsoft.com/office/drawing/2014/main" id="{799615A5-2A43-6124-3492-9657E7210662}"/>
              </a:ext>
            </a:extLst>
          </p:cNvPr>
          <p:cNvSpPr/>
          <p:nvPr/>
        </p:nvSpPr>
        <p:spPr>
          <a:xfrm>
            <a:off x="1866900" y="4971470"/>
            <a:ext cx="228600" cy="808156"/>
          </a:xfrm>
          <a:prstGeom prst="upDownArrow">
            <a:avLst/>
          </a:prstGeom>
          <a:solidFill>
            <a:schemeClr val="tx1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41" name="Arrow: Up-Down 40">
            <a:extLst>
              <a:ext uri="{FF2B5EF4-FFF2-40B4-BE49-F238E27FC236}">
                <a16:creationId xmlns:a16="http://schemas.microsoft.com/office/drawing/2014/main" id="{7B7453DF-AF2D-E374-1FE1-FE8286BD8981}"/>
              </a:ext>
            </a:extLst>
          </p:cNvPr>
          <p:cNvSpPr/>
          <p:nvPr/>
        </p:nvSpPr>
        <p:spPr>
          <a:xfrm>
            <a:off x="4683125" y="4977820"/>
            <a:ext cx="228600" cy="808156"/>
          </a:xfrm>
          <a:prstGeom prst="upDownArrow">
            <a:avLst/>
          </a:prstGeom>
          <a:solidFill>
            <a:schemeClr val="tx1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cxnSp>
        <p:nvCxnSpPr>
          <p:cNvPr id="42" name="Straight Arrow Connector 41">
            <a:extLst>
              <a:ext uri="{FF2B5EF4-FFF2-40B4-BE49-F238E27FC236}">
                <a16:creationId xmlns:a16="http://schemas.microsoft.com/office/drawing/2014/main" id="{FC4FB344-4BBB-95DC-88CB-1FC4D22418B7}"/>
              </a:ext>
            </a:extLst>
          </p:cNvPr>
          <p:cNvCxnSpPr/>
          <p:nvPr/>
        </p:nvCxnSpPr>
        <p:spPr>
          <a:xfrm flipH="1">
            <a:off x="2133967" y="5476005"/>
            <a:ext cx="336550" cy="281106"/>
          </a:xfrm>
          <a:prstGeom prst="straightConnector1">
            <a:avLst/>
          </a:prstGeom>
          <a:noFill/>
          <a:ln w="25400" cap="flat">
            <a:solidFill>
              <a:srgbClr val="000000"/>
            </a:solidFill>
            <a:prstDash val="solid"/>
            <a:miter lim="400000"/>
            <a:tailEnd type="triangl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18" name="Arrow: Up-Down 17">
            <a:extLst>
              <a:ext uri="{FF2B5EF4-FFF2-40B4-BE49-F238E27FC236}">
                <a16:creationId xmlns:a16="http://schemas.microsoft.com/office/drawing/2014/main" id="{E00B4228-CF09-F6B8-A08E-436A27C4CBA4}"/>
              </a:ext>
            </a:extLst>
          </p:cNvPr>
          <p:cNvSpPr/>
          <p:nvPr/>
        </p:nvSpPr>
        <p:spPr>
          <a:xfrm>
            <a:off x="2842694" y="2595215"/>
            <a:ext cx="228600" cy="808156"/>
          </a:xfrm>
          <a:prstGeom prst="upDownArrow">
            <a:avLst/>
          </a:prstGeom>
          <a:solidFill>
            <a:schemeClr val="tx1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29" name="Arrow: Up-Down 28">
            <a:extLst>
              <a:ext uri="{FF2B5EF4-FFF2-40B4-BE49-F238E27FC236}">
                <a16:creationId xmlns:a16="http://schemas.microsoft.com/office/drawing/2014/main" id="{3D82DC87-7BB2-79D7-4C1A-0EB5B400B4A1}"/>
              </a:ext>
            </a:extLst>
          </p:cNvPr>
          <p:cNvSpPr/>
          <p:nvPr/>
        </p:nvSpPr>
        <p:spPr>
          <a:xfrm>
            <a:off x="3826301" y="2582952"/>
            <a:ext cx="228600" cy="808156"/>
          </a:xfrm>
          <a:prstGeom prst="upDownArrow">
            <a:avLst/>
          </a:prstGeom>
          <a:solidFill>
            <a:schemeClr val="tx1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</p:spTree>
    <p:extLst>
      <p:ext uri="{BB962C8B-B14F-4D97-AF65-F5344CB8AC3E}">
        <p14:creationId xmlns:p14="http://schemas.microsoft.com/office/powerpoint/2010/main" val="341839116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1709DA-B394-6A19-3904-1401FA9886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IXIA – Switch – E610 validation</a:t>
            </a:r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24EEDEF0-CFEB-EC0D-D972-42030A1DADC4}"/>
              </a:ext>
            </a:extLst>
          </p:cNvPr>
          <p:cNvSpPr/>
          <p:nvPr/>
        </p:nvSpPr>
        <p:spPr>
          <a:xfrm>
            <a:off x="4315853" y="5730254"/>
            <a:ext cx="2003227" cy="444500"/>
          </a:xfrm>
          <a:prstGeom prst="rect">
            <a:avLst/>
          </a:prstGeom>
          <a:solidFill>
            <a:schemeClr val="accent1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42" name="Content Placeholder 2">
            <a:extLst>
              <a:ext uri="{FF2B5EF4-FFF2-40B4-BE49-F238E27FC236}">
                <a16:creationId xmlns:a16="http://schemas.microsoft.com/office/drawing/2014/main" id="{7986DE1E-0A28-D210-0B63-7B755B27241D}"/>
              </a:ext>
            </a:extLst>
          </p:cNvPr>
          <p:cNvSpPr>
            <a:spLocks noGrp="1"/>
          </p:cNvSpPr>
          <p:nvPr>
            <p:ph sz="quarter" idx="28"/>
          </p:nvPr>
        </p:nvSpPr>
        <p:spPr>
          <a:xfrm>
            <a:off x="571370" y="1673454"/>
            <a:ext cx="11010900" cy="4574947"/>
          </a:xfrm>
        </p:spPr>
        <p:txBody>
          <a:bodyPr/>
          <a:lstStyle/>
          <a:p>
            <a:r>
              <a:rPr lang="en-US" dirty="0"/>
              <a:t>Non-broadcast packets: DA setting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r>
              <a:rPr lang="en-US" dirty="0"/>
              <a:t>IXIA-to-Intel NIC packets validation</a:t>
            </a:r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3CF551D2-5BB7-C606-B660-E50502D46B66}"/>
              </a:ext>
            </a:extLst>
          </p:cNvPr>
          <p:cNvSpPr/>
          <p:nvPr/>
        </p:nvSpPr>
        <p:spPr>
          <a:xfrm>
            <a:off x="1390650" y="2184400"/>
            <a:ext cx="4025900" cy="444500"/>
          </a:xfrm>
          <a:prstGeom prst="rect">
            <a:avLst/>
          </a:prstGeom>
          <a:solidFill>
            <a:schemeClr val="accent1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F72C0137-70C4-89AA-0F9F-52C90DAEC202}"/>
              </a:ext>
            </a:extLst>
          </p:cNvPr>
          <p:cNvSpPr/>
          <p:nvPr/>
        </p:nvSpPr>
        <p:spPr>
          <a:xfrm>
            <a:off x="1390650" y="3292246"/>
            <a:ext cx="4025900" cy="444500"/>
          </a:xfrm>
          <a:prstGeom prst="rect">
            <a:avLst/>
          </a:prstGeom>
          <a:solidFill>
            <a:schemeClr val="accent1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35B7E047-559C-F88A-7EBB-08D4E5E510FB}"/>
              </a:ext>
            </a:extLst>
          </p:cNvPr>
          <p:cNvSpPr/>
          <p:nvPr/>
        </p:nvSpPr>
        <p:spPr>
          <a:xfrm>
            <a:off x="1739900" y="2338735"/>
            <a:ext cx="508000" cy="256480"/>
          </a:xfrm>
          <a:prstGeom prst="rect">
            <a:avLst/>
          </a:prstGeom>
          <a:solidFill>
            <a:schemeClr val="accent4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000" b="0" i="0" u="none" strike="noStrike" cap="none" spc="0" normalizeH="0" baseline="0" dirty="0">
              <a:ln>
                <a:noFill/>
              </a:ln>
              <a:solidFill>
                <a:srgbClr val="FFFFFF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158B2C8B-1AAD-514B-5021-D980DCB084AB}"/>
              </a:ext>
            </a:extLst>
          </p:cNvPr>
          <p:cNvSpPr/>
          <p:nvPr/>
        </p:nvSpPr>
        <p:spPr>
          <a:xfrm>
            <a:off x="1727200" y="3386257"/>
            <a:ext cx="508000" cy="256480"/>
          </a:xfrm>
          <a:prstGeom prst="rect">
            <a:avLst/>
          </a:prstGeom>
          <a:solidFill>
            <a:schemeClr val="accent4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000" b="0" i="0" u="none" strike="noStrike" cap="none" spc="0" normalizeH="0" baseline="0" dirty="0">
              <a:ln>
                <a:noFill/>
              </a:ln>
              <a:solidFill>
                <a:srgbClr val="FFFFFF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23DFB381-347F-5AA7-BD2E-2120825DF8A5}"/>
              </a:ext>
            </a:extLst>
          </p:cNvPr>
          <p:cNvSpPr/>
          <p:nvPr/>
        </p:nvSpPr>
        <p:spPr>
          <a:xfrm>
            <a:off x="2698750" y="2355850"/>
            <a:ext cx="508000" cy="222250"/>
          </a:xfrm>
          <a:prstGeom prst="rect">
            <a:avLst/>
          </a:prstGeom>
          <a:solidFill>
            <a:schemeClr val="bg1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 dirty="0">
              <a:ln>
                <a:noFill/>
              </a:ln>
              <a:solidFill>
                <a:srgbClr val="FFFFFF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F438F824-533E-C443-2A38-C8B17C088285}"/>
              </a:ext>
            </a:extLst>
          </p:cNvPr>
          <p:cNvSpPr/>
          <p:nvPr/>
        </p:nvSpPr>
        <p:spPr>
          <a:xfrm>
            <a:off x="2686050" y="3403371"/>
            <a:ext cx="508000" cy="222250"/>
          </a:xfrm>
          <a:prstGeom prst="rect">
            <a:avLst/>
          </a:prstGeom>
          <a:solidFill>
            <a:schemeClr val="bg1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 dirty="0">
              <a:ln>
                <a:noFill/>
              </a:ln>
              <a:solidFill>
                <a:srgbClr val="FFFFFF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24250FFB-1620-EE12-1B99-191F5A23195D}"/>
              </a:ext>
            </a:extLst>
          </p:cNvPr>
          <p:cNvSpPr/>
          <p:nvPr/>
        </p:nvSpPr>
        <p:spPr>
          <a:xfrm>
            <a:off x="3670300" y="2349500"/>
            <a:ext cx="508000" cy="222250"/>
          </a:xfrm>
          <a:prstGeom prst="rect">
            <a:avLst/>
          </a:prstGeom>
          <a:solidFill>
            <a:schemeClr val="bg1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 dirty="0">
              <a:ln>
                <a:noFill/>
              </a:ln>
              <a:solidFill>
                <a:srgbClr val="FFFFFF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0A51F970-BCFC-F175-C100-C7BA7D326DDC}"/>
              </a:ext>
            </a:extLst>
          </p:cNvPr>
          <p:cNvSpPr/>
          <p:nvPr/>
        </p:nvSpPr>
        <p:spPr>
          <a:xfrm>
            <a:off x="3657600" y="3397021"/>
            <a:ext cx="508000" cy="222250"/>
          </a:xfrm>
          <a:prstGeom prst="rect">
            <a:avLst/>
          </a:prstGeom>
          <a:solidFill>
            <a:schemeClr val="bg1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 dirty="0">
              <a:ln>
                <a:noFill/>
              </a:ln>
              <a:solidFill>
                <a:srgbClr val="FFFFFF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6AD15F2A-76B1-A778-E720-543ED9C390B3}"/>
              </a:ext>
            </a:extLst>
          </p:cNvPr>
          <p:cNvSpPr/>
          <p:nvPr/>
        </p:nvSpPr>
        <p:spPr>
          <a:xfrm>
            <a:off x="4543360" y="2338735"/>
            <a:ext cx="508000" cy="256480"/>
          </a:xfrm>
          <a:prstGeom prst="rect">
            <a:avLst/>
          </a:prstGeom>
          <a:solidFill>
            <a:schemeClr val="accent4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000" b="0" i="0" u="none" strike="noStrike" cap="none" spc="0" normalizeH="0" baseline="0" dirty="0">
              <a:ln>
                <a:noFill/>
              </a:ln>
              <a:solidFill>
                <a:srgbClr val="FFFFFF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86003330-47FB-7152-96E2-26EB9C60A623}"/>
              </a:ext>
            </a:extLst>
          </p:cNvPr>
          <p:cNvSpPr/>
          <p:nvPr/>
        </p:nvSpPr>
        <p:spPr>
          <a:xfrm>
            <a:off x="4530660" y="3386256"/>
            <a:ext cx="508000" cy="256480"/>
          </a:xfrm>
          <a:prstGeom prst="rect">
            <a:avLst/>
          </a:prstGeom>
          <a:solidFill>
            <a:schemeClr val="accent4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000" b="0" i="0" u="none" strike="noStrike" cap="none" spc="0" normalizeH="0" baseline="0" dirty="0">
              <a:ln>
                <a:noFill/>
              </a:ln>
              <a:solidFill>
                <a:srgbClr val="FFFFFF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C5B635AC-B657-88BD-FD5E-423AD88E36C9}"/>
              </a:ext>
            </a:extLst>
          </p:cNvPr>
          <p:cNvSpPr txBox="1"/>
          <p:nvPr/>
        </p:nvSpPr>
        <p:spPr>
          <a:xfrm>
            <a:off x="676827" y="3386256"/>
            <a:ext cx="421590" cy="276999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0" tIns="0" rIns="0" bIns="0" numCol="1" spcCol="38100" rtlCol="0" anchor="t" anchorCtr="0">
            <a:spAutoFit/>
          </a:bodyPr>
          <a:lstStyle/>
          <a:p>
            <a:pPr marL="0" marR="0" indent="0" algn="l" defTabSz="2438338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b="0" i="0" u="none" strike="noStrike" cap="none" spc="0" normalizeH="0" baseline="0" dirty="0">
                <a:ln>
                  <a:noFill/>
                </a:ln>
                <a:solidFill>
                  <a:schemeClr val="tx2"/>
                </a:solidFill>
                <a:effectLst/>
                <a:uFillTx/>
                <a:latin typeface="+mn-lt"/>
                <a:ea typeface="+mn-ea"/>
                <a:cs typeface="+mn-cs"/>
                <a:sym typeface="Helvetica Neue"/>
              </a:rPr>
              <a:t>IX</a:t>
            </a:r>
            <a:r>
              <a:rPr lang="en-US" dirty="0">
                <a:solidFill>
                  <a:schemeClr val="tx2"/>
                </a:solidFill>
                <a:sym typeface="Helvetica Neue"/>
              </a:rPr>
              <a:t>IA</a:t>
            </a:r>
            <a:endParaRPr kumimoji="0" lang="en-US" b="0" i="0" u="none" strike="noStrike" cap="none" spc="0" normalizeH="0" baseline="0" dirty="0">
              <a:ln>
                <a:noFill/>
              </a:ln>
              <a:solidFill>
                <a:schemeClr val="tx2"/>
              </a:solidFill>
              <a:effectLst/>
              <a:uFillTx/>
              <a:latin typeface="+mn-lt"/>
              <a:ea typeface="+mn-ea"/>
              <a:cs typeface="+mn-cs"/>
              <a:sym typeface="Helvetica Neue"/>
            </a:endParaRPr>
          </a:p>
        </p:txBody>
      </p:sp>
      <p:sp>
        <p:nvSpPr>
          <p:cNvPr id="55" name="Arrow: Up-Down 54">
            <a:extLst>
              <a:ext uri="{FF2B5EF4-FFF2-40B4-BE49-F238E27FC236}">
                <a16:creationId xmlns:a16="http://schemas.microsoft.com/office/drawing/2014/main" id="{43D4FBF2-E374-F697-29F7-892473A90899}"/>
              </a:ext>
            </a:extLst>
          </p:cNvPr>
          <p:cNvSpPr/>
          <p:nvPr/>
        </p:nvSpPr>
        <p:spPr>
          <a:xfrm>
            <a:off x="1866900" y="2571750"/>
            <a:ext cx="228600" cy="808156"/>
          </a:xfrm>
          <a:prstGeom prst="upDownArrow">
            <a:avLst/>
          </a:prstGeom>
          <a:solidFill>
            <a:schemeClr val="tx1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56" name="Arrow: Up-Down 55">
            <a:extLst>
              <a:ext uri="{FF2B5EF4-FFF2-40B4-BE49-F238E27FC236}">
                <a16:creationId xmlns:a16="http://schemas.microsoft.com/office/drawing/2014/main" id="{0F8B4CD9-8DDE-FAA2-80D9-9A5526D43A3E}"/>
              </a:ext>
            </a:extLst>
          </p:cNvPr>
          <p:cNvSpPr/>
          <p:nvPr/>
        </p:nvSpPr>
        <p:spPr>
          <a:xfrm>
            <a:off x="4683125" y="2578100"/>
            <a:ext cx="228600" cy="808156"/>
          </a:xfrm>
          <a:prstGeom prst="upDownArrow">
            <a:avLst/>
          </a:prstGeom>
          <a:solidFill>
            <a:schemeClr val="tx1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61" name="Rectangle 60">
            <a:extLst>
              <a:ext uri="{FF2B5EF4-FFF2-40B4-BE49-F238E27FC236}">
                <a16:creationId xmlns:a16="http://schemas.microsoft.com/office/drawing/2014/main" id="{9A509315-B44A-1921-1AD2-31FC89ED821B}"/>
              </a:ext>
            </a:extLst>
          </p:cNvPr>
          <p:cNvSpPr/>
          <p:nvPr/>
        </p:nvSpPr>
        <p:spPr>
          <a:xfrm>
            <a:off x="1365250" y="5735753"/>
            <a:ext cx="2003227" cy="444500"/>
          </a:xfrm>
          <a:prstGeom prst="rect">
            <a:avLst/>
          </a:prstGeom>
          <a:solidFill>
            <a:schemeClr val="accent1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62" name="Rectangle 61">
            <a:extLst>
              <a:ext uri="{FF2B5EF4-FFF2-40B4-BE49-F238E27FC236}">
                <a16:creationId xmlns:a16="http://schemas.microsoft.com/office/drawing/2014/main" id="{62A8A707-CA7A-ED4A-346B-D858AC14F459}"/>
              </a:ext>
            </a:extLst>
          </p:cNvPr>
          <p:cNvSpPr/>
          <p:nvPr/>
        </p:nvSpPr>
        <p:spPr>
          <a:xfrm>
            <a:off x="1701800" y="5829764"/>
            <a:ext cx="508000" cy="256480"/>
          </a:xfrm>
          <a:prstGeom prst="rect">
            <a:avLst/>
          </a:prstGeom>
          <a:solidFill>
            <a:schemeClr val="accent4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000" b="0" i="0" u="none" strike="noStrike" cap="none" spc="0" normalizeH="0" baseline="0" dirty="0">
              <a:ln>
                <a:noFill/>
              </a:ln>
              <a:solidFill>
                <a:srgbClr val="FFFFFF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63" name="Rectangle 62">
            <a:extLst>
              <a:ext uri="{FF2B5EF4-FFF2-40B4-BE49-F238E27FC236}">
                <a16:creationId xmlns:a16="http://schemas.microsoft.com/office/drawing/2014/main" id="{AE207FA8-BD5B-1643-295A-45B2AF3D227C}"/>
              </a:ext>
            </a:extLst>
          </p:cNvPr>
          <p:cNvSpPr/>
          <p:nvPr/>
        </p:nvSpPr>
        <p:spPr>
          <a:xfrm>
            <a:off x="2660650" y="5846878"/>
            <a:ext cx="508000" cy="222250"/>
          </a:xfrm>
          <a:prstGeom prst="rect">
            <a:avLst/>
          </a:prstGeom>
          <a:solidFill>
            <a:schemeClr val="bg1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 dirty="0">
              <a:ln>
                <a:noFill/>
              </a:ln>
              <a:solidFill>
                <a:srgbClr val="FFFFFF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64" name="Rectangle 63">
            <a:extLst>
              <a:ext uri="{FF2B5EF4-FFF2-40B4-BE49-F238E27FC236}">
                <a16:creationId xmlns:a16="http://schemas.microsoft.com/office/drawing/2014/main" id="{6C3FC6C3-F829-FF6D-9A12-1994510D8014}"/>
              </a:ext>
            </a:extLst>
          </p:cNvPr>
          <p:cNvSpPr/>
          <p:nvPr/>
        </p:nvSpPr>
        <p:spPr>
          <a:xfrm>
            <a:off x="5290973" y="5842231"/>
            <a:ext cx="508000" cy="222250"/>
          </a:xfrm>
          <a:prstGeom prst="rect">
            <a:avLst/>
          </a:prstGeom>
          <a:solidFill>
            <a:schemeClr val="bg1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 dirty="0">
              <a:ln>
                <a:noFill/>
              </a:ln>
              <a:solidFill>
                <a:srgbClr val="FFFFFF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65" name="Rectangle 64">
            <a:extLst>
              <a:ext uri="{FF2B5EF4-FFF2-40B4-BE49-F238E27FC236}">
                <a16:creationId xmlns:a16="http://schemas.microsoft.com/office/drawing/2014/main" id="{19F1476C-8A51-9B0E-E878-0DE182C05517}"/>
              </a:ext>
            </a:extLst>
          </p:cNvPr>
          <p:cNvSpPr/>
          <p:nvPr/>
        </p:nvSpPr>
        <p:spPr>
          <a:xfrm>
            <a:off x="4505260" y="5829763"/>
            <a:ext cx="508000" cy="256480"/>
          </a:xfrm>
          <a:prstGeom prst="rect">
            <a:avLst/>
          </a:prstGeom>
          <a:solidFill>
            <a:schemeClr val="accent4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000" b="0" i="0" u="none" strike="noStrike" cap="none" spc="0" normalizeH="0" baseline="0" dirty="0">
              <a:ln>
                <a:noFill/>
              </a:ln>
              <a:solidFill>
                <a:srgbClr val="FFFFFF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EA676D86-15A6-4467-D8F9-77D679DDEAC8}"/>
              </a:ext>
            </a:extLst>
          </p:cNvPr>
          <p:cNvSpPr txBox="1"/>
          <p:nvPr/>
        </p:nvSpPr>
        <p:spPr>
          <a:xfrm>
            <a:off x="651427" y="5829763"/>
            <a:ext cx="421590" cy="276999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0" tIns="0" rIns="0" bIns="0" numCol="1" spcCol="38100" rtlCol="0" anchor="t" anchorCtr="0">
            <a:spAutoFit/>
          </a:bodyPr>
          <a:lstStyle/>
          <a:p>
            <a:pPr marL="0" marR="0" indent="0" algn="l" defTabSz="2438338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b="0" i="0" u="none" strike="noStrike" cap="none" spc="0" normalizeH="0" baseline="0" dirty="0">
                <a:ln>
                  <a:noFill/>
                </a:ln>
                <a:solidFill>
                  <a:schemeClr val="tx2"/>
                </a:solidFill>
                <a:effectLst/>
                <a:uFillTx/>
                <a:latin typeface="+mn-lt"/>
                <a:ea typeface="+mn-ea"/>
                <a:cs typeface="+mn-cs"/>
                <a:sym typeface="Helvetica Neue"/>
              </a:rPr>
              <a:t>IX</a:t>
            </a:r>
            <a:r>
              <a:rPr lang="en-US" dirty="0">
                <a:solidFill>
                  <a:schemeClr val="tx2"/>
                </a:solidFill>
                <a:sym typeface="Helvetica Neue"/>
              </a:rPr>
              <a:t>IA</a:t>
            </a:r>
            <a:endParaRPr kumimoji="0" lang="en-US" b="0" i="0" u="none" strike="noStrike" cap="none" spc="0" normalizeH="0" baseline="0" dirty="0">
              <a:ln>
                <a:noFill/>
              </a:ln>
              <a:solidFill>
                <a:schemeClr val="tx2"/>
              </a:solidFill>
              <a:effectLst/>
              <a:uFillTx/>
              <a:latin typeface="+mn-lt"/>
              <a:ea typeface="+mn-ea"/>
              <a:cs typeface="+mn-cs"/>
              <a:sym typeface="Helvetica Neue"/>
            </a:endParaRPr>
          </a:p>
        </p:txBody>
      </p:sp>
      <p:sp>
        <p:nvSpPr>
          <p:cNvPr id="67" name="Rectangle 66">
            <a:extLst>
              <a:ext uri="{FF2B5EF4-FFF2-40B4-BE49-F238E27FC236}">
                <a16:creationId xmlns:a16="http://schemas.microsoft.com/office/drawing/2014/main" id="{70F1A95B-35C4-2205-638A-86A2BB9CC705}"/>
              </a:ext>
            </a:extLst>
          </p:cNvPr>
          <p:cNvSpPr/>
          <p:nvPr/>
        </p:nvSpPr>
        <p:spPr>
          <a:xfrm>
            <a:off x="1365250" y="4531036"/>
            <a:ext cx="4025900" cy="444500"/>
          </a:xfrm>
          <a:prstGeom prst="rect">
            <a:avLst/>
          </a:prstGeom>
          <a:solidFill>
            <a:schemeClr val="accent1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68" name="Rectangle 67">
            <a:extLst>
              <a:ext uri="{FF2B5EF4-FFF2-40B4-BE49-F238E27FC236}">
                <a16:creationId xmlns:a16="http://schemas.microsoft.com/office/drawing/2014/main" id="{DA81856F-99B6-CEDD-D51B-053C19D1CDC9}"/>
              </a:ext>
            </a:extLst>
          </p:cNvPr>
          <p:cNvSpPr/>
          <p:nvPr/>
        </p:nvSpPr>
        <p:spPr>
          <a:xfrm>
            <a:off x="1714500" y="4685371"/>
            <a:ext cx="508000" cy="256480"/>
          </a:xfrm>
          <a:prstGeom prst="rect">
            <a:avLst/>
          </a:prstGeom>
          <a:solidFill>
            <a:schemeClr val="accent4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000" b="0" i="0" u="none" strike="noStrike" cap="none" spc="0" normalizeH="0" baseline="0" dirty="0">
              <a:ln>
                <a:noFill/>
              </a:ln>
              <a:solidFill>
                <a:srgbClr val="FFFFFF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69" name="Rectangle 68">
            <a:extLst>
              <a:ext uri="{FF2B5EF4-FFF2-40B4-BE49-F238E27FC236}">
                <a16:creationId xmlns:a16="http://schemas.microsoft.com/office/drawing/2014/main" id="{EFE0912D-6735-56C0-AED9-5F624276C424}"/>
              </a:ext>
            </a:extLst>
          </p:cNvPr>
          <p:cNvSpPr/>
          <p:nvPr/>
        </p:nvSpPr>
        <p:spPr>
          <a:xfrm>
            <a:off x="2673350" y="4702486"/>
            <a:ext cx="508000" cy="222250"/>
          </a:xfrm>
          <a:prstGeom prst="rect">
            <a:avLst/>
          </a:prstGeom>
          <a:solidFill>
            <a:schemeClr val="bg1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 dirty="0">
              <a:ln>
                <a:noFill/>
              </a:ln>
              <a:solidFill>
                <a:srgbClr val="FFFFFF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70" name="Rectangle 69">
            <a:extLst>
              <a:ext uri="{FF2B5EF4-FFF2-40B4-BE49-F238E27FC236}">
                <a16:creationId xmlns:a16="http://schemas.microsoft.com/office/drawing/2014/main" id="{2C3C56C5-6B20-9E5C-F03A-BA54509A0173}"/>
              </a:ext>
            </a:extLst>
          </p:cNvPr>
          <p:cNvSpPr/>
          <p:nvPr/>
        </p:nvSpPr>
        <p:spPr>
          <a:xfrm>
            <a:off x="3644900" y="4696136"/>
            <a:ext cx="508000" cy="222250"/>
          </a:xfrm>
          <a:prstGeom prst="rect">
            <a:avLst/>
          </a:prstGeom>
          <a:solidFill>
            <a:schemeClr val="bg1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 dirty="0">
              <a:ln>
                <a:noFill/>
              </a:ln>
              <a:solidFill>
                <a:srgbClr val="FFFFFF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71" name="Rectangle 70">
            <a:extLst>
              <a:ext uri="{FF2B5EF4-FFF2-40B4-BE49-F238E27FC236}">
                <a16:creationId xmlns:a16="http://schemas.microsoft.com/office/drawing/2014/main" id="{7E1A7394-28D5-9495-C6D0-41500FADF476}"/>
              </a:ext>
            </a:extLst>
          </p:cNvPr>
          <p:cNvSpPr/>
          <p:nvPr/>
        </p:nvSpPr>
        <p:spPr>
          <a:xfrm>
            <a:off x="4517960" y="4685371"/>
            <a:ext cx="508000" cy="256480"/>
          </a:xfrm>
          <a:prstGeom prst="rect">
            <a:avLst/>
          </a:prstGeom>
          <a:solidFill>
            <a:schemeClr val="accent4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000" b="0" i="0" u="none" strike="noStrike" cap="none" spc="0" normalizeH="0" baseline="0" dirty="0">
              <a:ln>
                <a:noFill/>
              </a:ln>
              <a:solidFill>
                <a:srgbClr val="FFFFFF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C0CB61EA-EC53-48FF-903C-7BF07B685FE4}"/>
              </a:ext>
            </a:extLst>
          </p:cNvPr>
          <p:cNvSpPr txBox="1"/>
          <p:nvPr/>
        </p:nvSpPr>
        <p:spPr>
          <a:xfrm>
            <a:off x="6465093" y="5694403"/>
            <a:ext cx="896079" cy="553998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0" tIns="0" rIns="0" bIns="0" numCol="1" spcCol="38100" rtlCol="0" anchor="t" anchorCtr="0">
            <a:spAutoFit/>
          </a:bodyPr>
          <a:lstStyle/>
          <a:p>
            <a:pPr marL="0" marR="0" indent="0" algn="l" defTabSz="2438338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dirty="0">
                <a:solidFill>
                  <a:schemeClr val="tx2"/>
                </a:solidFill>
                <a:sym typeface="Helvetica Neue"/>
              </a:rPr>
              <a:t>Intel NIC</a:t>
            </a:r>
          </a:p>
          <a:p>
            <a:pPr marL="0" marR="0" indent="0" algn="l" defTabSz="2438338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b="0" i="0" u="none" strike="noStrike" cap="none" spc="0" normalizeH="0" baseline="0" dirty="0">
                <a:ln>
                  <a:noFill/>
                </a:ln>
                <a:solidFill>
                  <a:schemeClr val="tx2"/>
                </a:solidFill>
                <a:effectLst/>
                <a:uFillTx/>
                <a:latin typeface="+mn-lt"/>
                <a:ea typeface="+mn-ea"/>
                <a:cs typeface="+mn-cs"/>
                <a:sym typeface="Helvetica Neue"/>
              </a:rPr>
              <a:t>(E610)</a:t>
            </a:r>
          </a:p>
        </p:txBody>
      </p:sp>
      <p:sp>
        <p:nvSpPr>
          <p:cNvPr id="74" name="Arrow: Up-Down 73">
            <a:extLst>
              <a:ext uri="{FF2B5EF4-FFF2-40B4-BE49-F238E27FC236}">
                <a16:creationId xmlns:a16="http://schemas.microsoft.com/office/drawing/2014/main" id="{2E779A4C-7FBD-E566-0AAF-CBB6A492CBDE}"/>
              </a:ext>
            </a:extLst>
          </p:cNvPr>
          <p:cNvSpPr/>
          <p:nvPr/>
        </p:nvSpPr>
        <p:spPr>
          <a:xfrm>
            <a:off x="1866900" y="4971470"/>
            <a:ext cx="228600" cy="808156"/>
          </a:xfrm>
          <a:prstGeom prst="upDownArrow">
            <a:avLst/>
          </a:prstGeom>
          <a:solidFill>
            <a:schemeClr val="tx1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75" name="Arrow: Up-Down 74">
            <a:extLst>
              <a:ext uri="{FF2B5EF4-FFF2-40B4-BE49-F238E27FC236}">
                <a16:creationId xmlns:a16="http://schemas.microsoft.com/office/drawing/2014/main" id="{DD800054-A8B4-77E5-05C7-23DBDF4EAE46}"/>
              </a:ext>
            </a:extLst>
          </p:cNvPr>
          <p:cNvSpPr/>
          <p:nvPr/>
        </p:nvSpPr>
        <p:spPr>
          <a:xfrm>
            <a:off x="4683125" y="4977820"/>
            <a:ext cx="228600" cy="808156"/>
          </a:xfrm>
          <a:prstGeom prst="upDownArrow">
            <a:avLst/>
          </a:prstGeom>
          <a:solidFill>
            <a:schemeClr val="tx1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</p:spTree>
    <p:extLst>
      <p:ext uri="{BB962C8B-B14F-4D97-AF65-F5344CB8AC3E}">
        <p14:creationId xmlns:p14="http://schemas.microsoft.com/office/powerpoint/2010/main" val="25711640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987754-6B78-4066-4B6B-9A45DC330A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Architecture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9E81C41-8F95-7904-B825-D022636A2B6E}"/>
              </a:ext>
            </a:extLst>
          </p:cNvPr>
          <p:cNvSpPr>
            <a:spLocks noGrp="1"/>
          </p:cNvSpPr>
          <p:nvPr>
            <p:ph sz="quarter" idx="28"/>
          </p:nvPr>
        </p:nvSpPr>
        <p:spPr/>
        <p:txBody>
          <a:bodyPr/>
          <a:lstStyle/>
          <a:p>
            <a:r>
              <a:rPr lang="en-US" dirty="0"/>
              <a:t>UI</a:t>
            </a:r>
          </a:p>
          <a:p>
            <a:pPr lvl="1"/>
            <a:r>
              <a:rPr lang="en-US" dirty="0"/>
              <a:t>8x DUT/LP</a:t>
            </a:r>
          </a:p>
          <a:p>
            <a:pPr lvl="1"/>
            <a:r>
              <a:rPr lang="en-US" dirty="0"/>
              <a:t>Speed/Cable config</a:t>
            </a:r>
          </a:p>
          <a:p>
            <a:pPr lvl="1"/>
            <a:r>
              <a:rPr lang="en-US" dirty="0"/>
              <a:t>LHC config</a:t>
            </a:r>
          </a:p>
          <a:p>
            <a:pPr lvl="1"/>
            <a:r>
              <a:rPr lang="en-US" dirty="0"/>
              <a:t>Log window</a:t>
            </a:r>
          </a:p>
          <a:p>
            <a:pPr lvl="1"/>
            <a:r>
              <a:rPr lang="en-US" dirty="0">
                <a:solidFill>
                  <a:srgbClr val="FF0000"/>
                </a:solidFill>
              </a:rPr>
              <a:t>Switch config</a:t>
            </a:r>
          </a:p>
          <a:p>
            <a:pPr lvl="1"/>
            <a:r>
              <a:rPr lang="en-US" dirty="0">
                <a:solidFill>
                  <a:srgbClr val="FF0000"/>
                </a:solidFill>
              </a:rPr>
              <a:t>Switch log window</a:t>
            </a:r>
          </a:p>
          <a:p>
            <a:pPr lvl="1"/>
            <a:r>
              <a:rPr lang="en-US" dirty="0">
                <a:solidFill>
                  <a:srgbClr val="FF0000"/>
                </a:solidFill>
              </a:rPr>
              <a:t>IXIA config</a:t>
            </a:r>
          </a:p>
          <a:p>
            <a:pPr lvl="1"/>
            <a:r>
              <a:rPr lang="en-US" dirty="0">
                <a:solidFill>
                  <a:srgbClr val="FF0000"/>
                </a:solidFill>
              </a:rPr>
              <a:t>IXIA log window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CE31B566-D1BA-CB3A-28A5-7D45E8C33DBA}"/>
              </a:ext>
            </a:extLst>
          </p:cNvPr>
          <p:cNvSpPr/>
          <p:nvPr/>
        </p:nvSpPr>
        <p:spPr>
          <a:xfrm>
            <a:off x="8513758" y="1864374"/>
            <a:ext cx="2003227" cy="444500"/>
          </a:xfrm>
          <a:prstGeom prst="rect">
            <a:avLst/>
          </a:prstGeom>
          <a:solidFill>
            <a:schemeClr val="accent1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56D79284-62B6-B7DA-1BC8-E6D31C95D892}"/>
              </a:ext>
            </a:extLst>
          </p:cNvPr>
          <p:cNvSpPr/>
          <p:nvPr/>
        </p:nvSpPr>
        <p:spPr>
          <a:xfrm>
            <a:off x="5563155" y="1869873"/>
            <a:ext cx="2003227" cy="444500"/>
          </a:xfrm>
          <a:prstGeom prst="rect">
            <a:avLst/>
          </a:prstGeom>
          <a:solidFill>
            <a:schemeClr val="accent1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5816388D-4F63-2AAE-39BF-ECFC6EBF1AFE}"/>
              </a:ext>
            </a:extLst>
          </p:cNvPr>
          <p:cNvSpPr/>
          <p:nvPr/>
        </p:nvSpPr>
        <p:spPr>
          <a:xfrm>
            <a:off x="5899705" y="1963884"/>
            <a:ext cx="508000" cy="256480"/>
          </a:xfrm>
          <a:prstGeom prst="rect">
            <a:avLst/>
          </a:prstGeom>
          <a:solidFill>
            <a:schemeClr val="accent4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000" b="0" i="0" u="none" strike="noStrike" cap="none" spc="0" normalizeH="0" baseline="0" dirty="0">
              <a:ln>
                <a:noFill/>
              </a:ln>
              <a:solidFill>
                <a:srgbClr val="FFFFFF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F0590F77-C87E-D7E4-0F54-A8A4F938E1D4}"/>
              </a:ext>
            </a:extLst>
          </p:cNvPr>
          <p:cNvSpPr/>
          <p:nvPr/>
        </p:nvSpPr>
        <p:spPr>
          <a:xfrm>
            <a:off x="6858555" y="1980998"/>
            <a:ext cx="508000" cy="222250"/>
          </a:xfrm>
          <a:prstGeom prst="rect">
            <a:avLst/>
          </a:prstGeom>
          <a:solidFill>
            <a:schemeClr val="bg1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 dirty="0">
              <a:ln>
                <a:noFill/>
              </a:ln>
              <a:solidFill>
                <a:srgbClr val="FFFFFF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EEF2470D-AEF7-E9BB-D41E-B25D208E681D}"/>
              </a:ext>
            </a:extLst>
          </p:cNvPr>
          <p:cNvSpPr/>
          <p:nvPr/>
        </p:nvSpPr>
        <p:spPr>
          <a:xfrm>
            <a:off x="9488878" y="1976351"/>
            <a:ext cx="508000" cy="222250"/>
          </a:xfrm>
          <a:prstGeom prst="rect">
            <a:avLst/>
          </a:prstGeom>
          <a:solidFill>
            <a:schemeClr val="bg1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 dirty="0">
              <a:ln>
                <a:noFill/>
              </a:ln>
              <a:solidFill>
                <a:srgbClr val="FFFFFF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998C29DE-48A0-2383-24FE-F99F3164396C}"/>
              </a:ext>
            </a:extLst>
          </p:cNvPr>
          <p:cNvSpPr/>
          <p:nvPr/>
        </p:nvSpPr>
        <p:spPr>
          <a:xfrm>
            <a:off x="8703165" y="1963883"/>
            <a:ext cx="508000" cy="256480"/>
          </a:xfrm>
          <a:prstGeom prst="rect">
            <a:avLst/>
          </a:prstGeom>
          <a:solidFill>
            <a:schemeClr val="accent4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000" b="0" i="0" u="none" strike="noStrike" cap="none" spc="0" normalizeH="0" baseline="0" dirty="0">
              <a:ln>
                <a:noFill/>
              </a:ln>
              <a:solidFill>
                <a:srgbClr val="FFFFFF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5B4031C-A422-F60D-3FBF-D41D45BAC546}"/>
              </a:ext>
            </a:extLst>
          </p:cNvPr>
          <p:cNvSpPr txBox="1"/>
          <p:nvPr/>
        </p:nvSpPr>
        <p:spPr>
          <a:xfrm>
            <a:off x="4375228" y="1837179"/>
            <a:ext cx="1142942" cy="553998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0" tIns="0" rIns="0" bIns="0" numCol="1" spcCol="38100" rtlCol="0" anchor="t" anchorCtr="0">
            <a:spAutoFit/>
          </a:bodyPr>
          <a:lstStyle/>
          <a:p>
            <a:pPr marL="0" marR="0" indent="0" algn="l" defTabSz="2438338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dirty="0">
                <a:solidFill>
                  <a:schemeClr val="tx2"/>
                </a:solidFill>
                <a:sym typeface="Helvetica Neue"/>
              </a:rPr>
              <a:t>Traffic Gen</a:t>
            </a:r>
          </a:p>
          <a:p>
            <a:pPr marL="0" marR="0" indent="0" algn="l" defTabSz="2438338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b="0" i="0" u="none" strike="noStrike" cap="none" spc="0" normalizeH="0" baseline="0" dirty="0">
                <a:ln>
                  <a:noFill/>
                </a:ln>
                <a:solidFill>
                  <a:schemeClr val="tx2"/>
                </a:solidFill>
                <a:effectLst/>
                <a:uFillTx/>
                <a:latin typeface="+mn-lt"/>
                <a:ea typeface="+mn-ea"/>
                <a:cs typeface="+mn-cs"/>
                <a:sym typeface="Helvetica Neue"/>
              </a:rPr>
              <a:t>IXIA/NIC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E4FBA6CB-B121-EA5D-D270-64AB6E890B21}"/>
              </a:ext>
            </a:extLst>
          </p:cNvPr>
          <p:cNvSpPr/>
          <p:nvPr/>
        </p:nvSpPr>
        <p:spPr>
          <a:xfrm>
            <a:off x="5563155" y="665156"/>
            <a:ext cx="4025900" cy="444500"/>
          </a:xfrm>
          <a:prstGeom prst="rect">
            <a:avLst/>
          </a:prstGeom>
          <a:solidFill>
            <a:schemeClr val="accent1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 dirty="0">
              <a:ln>
                <a:noFill/>
              </a:ln>
              <a:solidFill>
                <a:srgbClr val="FFFFFF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201CFC80-BED3-005F-A004-6ECC5C1CF135}"/>
              </a:ext>
            </a:extLst>
          </p:cNvPr>
          <p:cNvSpPr/>
          <p:nvPr/>
        </p:nvSpPr>
        <p:spPr>
          <a:xfrm>
            <a:off x="5912405" y="819491"/>
            <a:ext cx="508000" cy="256480"/>
          </a:xfrm>
          <a:prstGeom prst="rect">
            <a:avLst/>
          </a:prstGeom>
          <a:solidFill>
            <a:schemeClr val="accent4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000" b="0" i="0" u="none" strike="noStrike" cap="none" spc="0" normalizeH="0" baseline="0" dirty="0">
              <a:ln>
                <a:noFill/>
              </a:ln>
              <a:solidFill>
                <a:srgbClr val="FFFFFF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17B8EBAC-DD38-4E8E-2000-88D3E1C3ADD7}"/>
              </a:ext>
            </a:extLst>
          </p:cNvPr>
          <p:cNvSpPr/>
          <p:nvPr/>
        </p:nvSpPr>
        <p:spPr>
          <a:xfrm>
            <a:off x="6871255" y="836606"/>
            <a:ext cx="508000" cy="222250"/>
          </a:xfrm>
          <a:prstGeom prst="rect">
            <a:avLst/>
          </a:prstGeom>
          <a:solidFill>
            <a:schemeClr val="bg1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 dirty="0">
              <a:ln>
                <a:noFill/>
              </a:ln>
              <a:solidFill>
                <a:srgbClr val="FFFFFF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BBF3375C-B6A0-6142-1F16-1047CD335BE0}"/>
              </a:ext>
            </a:extLst>
          </p:cNvPr>
          <p:cNvSpPr/>
          <p:nvPr/>
        </p:nvSpPr>
        <p:spPr>
          <a:xfrm>
            <a:off x="7842805" y="830256"/>
            <a:ext cx="508000" cy="222250"/>
          </a:xfrm>
          <a:prstGeom prst="rect">
            <a:avLst/>
          </a:prstGeom>
          <a:solidFill>
            <a:schemeClr val="bg1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 dirty="0">
              <a:ln>
                <a:noFill/>
              </a:ln>
              <a:solidFill>
                <a:srgbClr val="FFFFFF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8BED5AAB-CA64-74AF-5373-DD8BA61E0BF3}"/>
              </a:ext>
            </a:extLst>
          </p:cNvPr>
          <p:cNvSpPr/>
          <p:nvPr/>
        </p:nvSpPr>
        <p:spPr>
          <a:xfrm>
            <a:off x="8715865" y="819491"/>
            <a:ext cx="508000" cy="256480"/>
          </a:xfrm>
          <a:prstGeom prst="rect">
            <a:avLst/>
          </a:prstGeom>
          <a:solidFill>
            <a:schemeClr val="accent4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000" b="0" i="0" u="none" strike="noStrike" cap="none" spc="0" normalizeH="0" baseline="0" dirty="0">
              <a:ln>
                <a:noFill/>
              </a:ln>
              <a:solidFill>
                <a:srgbClr val="FFFFFF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06B27DB5-7C41-F544-863D-750F9793C8A3}"/>
              </a:ext>
            </a:extLst>
          </p:cNvPr>
          <p:cNvSpPr txBox="1"/>
          <p:nvPr/>
        </p:nvSpPr>
        <p:spPr>
          <a:xfrm>
            <a:off x="9773205" y="584980"/>
            <a:ext cx="825547" cy="553998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0" tIns="0" rIns="0" bIns="0" numCol="1" spcCol="38100" rtlCol="0" anchor="t" anchorCtr="0">
            <a:spAutoFit/>
          </a:bodyPr>
          <a:lstStyle/>
          <a:p>
            <a:pPr marL="0" marR="0" indent="0" algn="l" defTabSz="2438338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dirty="0">
                <a:solidFill>
                  <a:schemeClr val="tx2"/>
                </a:solidFill>
                <a:sym typeface="Helvetica Neue"/>
              </a:rPr>
              <a:t>LP</a:t>
            </a:r>
          </a:p>
          <a:p>
            <a:pPr marL="0" marR="0" indent="0" algn="l" defTabSz="2438338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b="0" i="0" u="none" strike="noStrike" cap="none" spc="0" normalizeH="0" baseline="0" dirty="0">
                <a:ln>
                  <a:noFill/>
                </a:ln>
                <a:solidFill>
                  <a:schemeClr val="tx2"/>
                </a:solidFill>
                <a:effectLst/>
                <a:uFillTx/>
                <a:latin typeface="+mn-lt"/>
                <a:ea typeface="+mn-ea"/>
                <a:cs typeface="+mn-cs"/>
                <a:sym typeface="Helvetica Neue"/>
              </a:rPr>
              <a:t>(Switch)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81615F95-CD60-2067-52B1-F42CD641EE60}"/>
              </a:ext>
            </a:extLst>
          </p:cNvPr>
          <p:cNvSpPr txBox="1"/>
          <p:nvPr/>
        </p:nvSpPr>
        <p:spPr>
          <a:xfrm>
            <a:off x="10724551" y="1754876"/>
            <a:ext cx="896079" cy="553998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0" tIns="0" rIns="0" bIns="0" numCol="1" spcCol="38100" rtlCol="0" anchor="t" anchorCtr="0">
            <a:spAutoFit/>
          </a:bodyPr>
          <a:lstStyle/>
          <a:p>
            <a:pPr marL="0" marR="0" indent="0" algn="l" defTabSz="2438338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dirty="0">
                <a:solidFill>
                  <a:schemeClr val="tx2"/>
                </a:solidFill>
                <a:sym typeface="Helvetica Neue"/>
              </a:rPr>
              <a:t>DUT</a:t>
            </a:r>
          </a:p>
          <a:p>
            <a:pPr marL="0" marR="0" indent="0" algn="l" defTabSz="2438338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dirty="0">
                <a:solidFill>
                  <a:schemeClr val="tx2"/>
                </a:solidFill>
                <a:sym typeface="Helvetica Neue"/>
              </a:rPr>
              <a:t>Intel NIC</a:t>
            </a:r>
          </a:p>
        </p:txBody>
      </p:sp>
      <p:sp>
        <p:nvSpPr>
          <p:cNvPr id="18" name="Arrow: Up-Down 17">
            <a:extLst>
              <a:ext uri="{FF2B5EF4-FFF2-40B4-BE49-F238E27FC236}">
                <a16:creationId xmlns:a16="http://schemas.microsoft.com/office/drawing/2014/main" id="{FC62C875-4D5B-EDC8-BC59-AEB69DECBEF4}"/>
              </a:ext>
            </a:extLst>
          </p:cNvPr>
          <p:cNvSpPr/>
          <p:nvPr/>
        </p:nvSpPr>
        <p:spPr>
          <a:xfrm>
            <a:off x="6064805" y="1105590"/>
            <a:ext cx="228600" cy="808156"/>
          </a:xfrm>
          <a:prstGeom prst="upDownArrow">
            <a:avLst/>
          </a:prstGeom>
          <a:solidFill>
            <a:schemeClr val="tx1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19" name="Arrow: Up-Down 18">
            <a:extLst>
              <a:ext uri="{FF2B5EF4-FFF2-40B4-BE49-F238E27FC236}">
                <a16:creationId xmlns:a16="http://schemas.microsoft.com/office/drawing/2014/main" id="{5BE57E02-0EA9-B905-9148-4E7E41C0BDD5}"/>
              </a:ext>
            </a:extLst>
          </p:cNvPr>
          <p:cNvSpPr/>
          <p:nvPr/>
        </p:nvSpPr>
        <p:spPr>
          <a:xfrm>
            <a:off x="8881030" y="1111940"/>
            <a:ext cx="228600" cy="808156"/>
          </a:xfrm>
          <a:prstGeom prst="upDownArrow">
            <a:avLst/>
          </a:prstGeom>
          <a:solidFill>
            <a:schemeClr val="tx1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F9D6BD07-7619-5CBD-FD64-B5D8C2AA962D}"/>
              </a:ext>
            </a:extLst>
          </p:cNvPr>
          <p:cNvSpPr/>
          <p:nvPr/>
        </p:nvSpPr>
        <p:spPr>
          <a:xfrm>
            <a:off x="5667984" y="4244574"/>
            <a:ext cx="2003227" cy="444500"/>
          </a:xfrm>
          <a:prstGeom prst="rect">
            <a:avLst/>
          </a:prstGeom>
          <a:solidFill>
            <a:schemeClr val="accent1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6749212C-7B9E-08FB-356D-20B75D122B38}"/>
              </a:ext>
            </a:extLst>
          </p:cNvPr>
          <p:cNvSpPr/>
          <p:nvPr/>
        </p:nvSpPr>
        <p:spPr>
          <a:xfrm>
            <a:off x="5570572" y="5431484"/>
            <a:ext cx="2003227" cy="444500"/>
          </a:xfrm>
          <a:prstGeom prst="rect">
            <a:avLst/>
          </a:prstGeom>
          <a:solidFill>
            <a:schemeClr val="accent1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552C715E-A330-1983-BFBB-64234FCD6F4B}"/>
              </a:ext>
            </a:extLst>
          </p:cNvPr>
          <p:cNvSpPr/>
          <p:nvPr/>
        </p:nvSpPr>
        <p:spPr>
          <a:xfrm>
            <a:off x="5907122" y="5525495"/>
            <a:ext cx="508000" cy="256480"/>
          </a:xfrm>
          <a:prstGeom prst="rect">
            <a:avLst/>
          </a:prstGeom>
          <a:solidFill>
            <a:schemeClr val="accent4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000" b="0" i="0" u="none" strike="noStrike" cap="none" spc="0" normalizeH="0" baseline="0" dirty="0">
              <a:ln>
                <a:noFill/>
              </a:ln>
              <a:solidFill>
                <a:srgbClr val="FFFFFF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C81A5D9C-C3EC-2CA6-181B-082C7BE4E241}"/>
              </a:ext>
            </a:extLst>
          </p:cNvPr>
          <p:cNvSpPr/>
          <p:nvPr/>
        </p:nvSpPr>
        <p:spPr>
          <a:xfrm>
            <a:off x="6865972" y="5542609"/>
            <a:ext cx="508000" cy="222250"/>
          </a:xfrm>
          <a:prstGeom prst="rect">
            <a:avLst/>
          </a:prstGeom>
          <a:solidFill>
            <a:schemeClr val="bg1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 dirty="0">
              <a:ln>
                <a:noFill/>
              </a:ln>
              <a:solidFill>
                <a:srgbClr val="FFFFFF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D7192315-8306-6CBE-70DC-76C9A34AF1D0}"/>
              </a:ext>
            </a:extLst>
          </p:cNvPr>
          <p:cNvSpPr/>
          <p:nvPr/>
        </p:nvSpPr>
        <p:spPr>
          <a:xfrm>
            <a:off x="6643104" y="4356551"/>
            <a:ext cx="508000" cy="222250"/>
          </a:xfrm>
          <a:prstGeom prst="rect">
            <a:avLst/>
          </a:prstGeom>
          <a:solidFill>
            <a:schemeClr val="bg1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 dirty="0">
              <a:ln>
                <a:noFill/>
              </a:ln>
              <a:solidFill>
                <a:srgbClr val="FFFFFF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AC1E7A23-418C-D77B-BB28-F01CE245EDF1}"/>
              </a:ext>
            </a:extLst>
          </p:cNvPr>
          <p:cNvSpPr/>
          <p:nvPr/>
        </p:nvSpPr>
        <p:spPr>
          <a:xfrm>
            <a:off x="5857391" y="4344083"/>
            <a:ext cx="508000" cy="256480"/>
          </a:xfrm>
          <a:prstGeom prst="rect">
            <a:avLst/>
          </a:prstGeom>
          <a:solidFill>
            <a:schemeClr val="accent4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000" b="0" i="0" u="none" strike="noStrike" cap="none" spc="0" normalizeH="0" baseline="0" dirty="0">
              <a:ln>
                <a:noFill/>
              </a:ln>
              <a:solidFill>
                <a:srgbClr val="FFFFFF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4DD5F945-9421-A500-6370-0C884C8A0D90}"/>
              </a:ext>
            </a:extLst>
          </p:cNvPr>
          <p:cNvSpPr txBox="1"/>
          <p:nvPr/>
        </p:nvSpPr>
        <p:spPr>
          <a:xfrm>
            <a:off x="4519042" y="5504976"/>
            <a:ext cx="883255" cy="553998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0" tIns="0" rIns="0" bIns="0" numCol="1" spcCol="38100" rtlCol="0" anchor="t" anchorCtr="0">
            <a:spAutoFit/>
          </a:bodyPr>
          <a:lstStyle/>
          <a:p>
            <a:pPr defTabSz="2438338" hangingPunct="0"/>
            <a:r>
              <a:rPr lang="en-US" dirty="0">
                <a:solidFill>
                  <a:schemeClr val="tx2"/>
                </a:solidFill>
                <a:sym typeface="Helvetica Neue"/>
              </a:rPr>
              <a:t>LP</a:t>
            </a:r>
          </a:p>
          <a:p>
            <a:pPr defTabSz="2438338" hangingPunct="0"/>
            <a:r>
              <a:rPr lang="en-US" dirty="0">
                <a:solidFill>
                  <a:schemeClr val="tx2"/>
                </a:solidFill>
                <a:sym typeface="Helvetica Neue"/>
              </a:rPr>
              <a:t>IXIA/NIC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B75EF6A3-D3D4-44A1-21A1-8D25DA2564FB}"/>
              </a:ext>
            </a:extLst>
          </p:cNvPr>
          <p:cNvSpPr txBox="1"/>
          <p:nvPr/>
        </p:nvSpPr>
        <p:spPr>
          <a:xfrm>
            <a:off x="4538688" y="4244574"/>
            <a:ext cx="896079" cy="553998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0" tIns="0" rIns="0" bIns="0" numCol="1" spcCol="38100" rtlCol="0" anchor="t" anchorCtr="0">
            <a:spAutoFit/>
          </a:bodyPr>
          <a:lstStyle/>
          <a:p>
            <a:pPr marL="0" marR="0" indent="0" algn="l" defTabSz="2438338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dirty="0">
                <a:solidFill>
                  <a:schemeClr val="tx2"/>
                </a:solidFill>
                <a:sym typeface="Helvetica Neue"/>
              </a:rPr>
              <a:t>DUT</a:t>
            </a:r>
          </a:p>
          <a:p>
            <a:pPr marL="0" marR="0" indent="0" algn="l" defTabSz="2438338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dirty="0">
                <a:solidFill>
                  <a:schemeClr val="tx2"/>
                </a:solidFill>
                <a:sym typeface="Helvetica Neue"/>
              </a:rPr>
              <a:t>Intel NIC</a:t>
            </a:r>
          </a:p>
        </p:txBody>
      </p:sp>
      <p:sp>
        <p:nvSpPr>
          <p:cNvPr id="31" name="Arrow: Up-Down 30">
            <a:extLst>
              <a:ext uri="{FF2B5EF4-FFF2-40B4-BE49-F238E27FC236}">
                <a16:creationId xmlns:a16="http://schemas.microsoft.com/office/drawing/2014/main" id="{75ACAB51-0E20-9EFD-84CA-3E900F62DFEE}"/>
              </a:ext>
            </a:extLst>
          </p:cNvPr>
          <p:cNvSpPr/>
          <p:nvPr/>
        </p:nvSpPr>
        <p:spPr>
          <a:xfrm>
            <a:off x="6037006" y="4647956"/>
            <a:ext cx="228600" cy="808156"/>
          </a:xfrm>
          <a:prstGeom prst="upDownArrow">
            <a:avLst/>
          </a:prstGeom>
          <a:solidFill>
            <a:schemeClr val="tx1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</p:spTree>
    <p:extLst>
      <p:ext uri="{BB962C8B-B14F-4D97-AF65-F5344CB8AC3E}">
        <p14:creationId xmlns:p14="http://schemas.microsoft.com/office/powerpoint/2010/main" val="283078115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0DA6BB0E-0843-9562-94EA-7899FC6B50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Development Flow Phase 1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F303358F-6ED0-4853-E42B-FFC80796676B}"/>
              </a:ext>
            </a:extLst>
          </p:cNvPr>
          <p:cNvSpPr/>
          <p:nvPr/>
        </p:nvSpPr>
        <p:spPr>
          <a:xfrm>
            <a:off x="677841" y="1626958"/>
            <a:ext cx="1689100" cy="718145"/>
          </a:xfrm>
          <a:prstGeom prst="rect">
            <a:avLst/>
          </a:prstGeom>
          <a:solidFill>
            <a:schemeClr val="accent1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2000" dirty="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Switch </a:t>
            </a:r>
            <a:r>
              <a:rPr kumimoji="0" lang="en-US" sz="2000" b="0" i="0" u="none" strike="noStrike" cap="none" spc="0" normalizeH="0" baseline="0" dirty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Enabling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9109C924-A4B0-AB16-CC41-1BE8A9F42769}"/>
              </a:ext>
            </a:extLst>
          </p:cNvPr>
          <p:cNvSpPr/>
          <p:nvPr/>
        </p:nvSpPr>
        <p:spPr>
          <a:xfrm>
            <a:off x="677841" y="3386992"/>
            <a:ext cx="1689100" cy="718145"/>
          </a:xfrm>
          <a:prstGeom prst="rect">
            <a:avLst/>
          </a:prstGeom>
          <a:solidFill>
            <a:schemeClr val="accent1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2000" b="0" i="0" u="none" strike="noStrike" cap="none" spc="0" normalizeH="0" baseline="0" dirty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Function Enabling</a:t>
            </a:r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EE3177DB-E56D-1529-BD14-65CE92CEDEE7}"/>
              </a:ext>
            </a:extLst>
          </p:cNvPr>
          <p:cNvCxnSpPr>
            <a:stCxn id="9" idx="2"/>
            <a:endCxn id="10" idx="0"/>
          </p:cNvCxnSpPr>
          <p:nvPr/>
        </p:nvCxnSpPr>
        <p:spPr>
          <a:xfrm>
            <a:off x="1522391" y="2345103"/>
            <a:ext cx="0" cy="1041889"/>
          </a:xfrm>
          <a:prstGeom prst="straightConnector1">
            <a:avLst/>
          </a:prstGeom>
          <a:noFill/>
          <a:ln w="25400" cap="flat">
            <a:solidFill>
              <a:srgbClr val="000000"/>
            </a:solidFill>
            <a:prstDash val="solid"/>
            <a:miter lim="400000"/>
            <a:tailEnd type="triangl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15" name="Rectangle 14">
            <a:extLst>
              <a:ext uri="{FF2B5EF4-FFF2-40B4-BE49-F238E27FC236}">
                <a16:creationId xmlns:a16="http://schemas.microsoft.com/office/drawing/2014/main" id="{DE6B5BC5-FFCD-307C-F4AD-AFCD3391DCBF}"/>
              </a:ext>
            </a:extLst>
          </p:cNvPr>
          <p:cNvSpPr/>
          <p:nvPr/>
        </p:nvSpPr>
        <p:spPr>
          <a:xfrm>
            <a:off x="677841" y="5812718"/>
            <a:ext cx="7461250" cy="410369"/>
          </a:xfrm>
          <a:prstGeom prst="rect">
            <a:avLst/>
          </a:prstGeom>
          <a:solidFill>
            <a:schemeClr val="accent1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2000" dirty="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ARCT(ANIL Remote Control Tool)</a:t>
            </a:r>
            <a:endParaRPr kumimoji="0" lang="en-US" sz="2000" b="0" i="0" u="none" strike="noStrike" cap="none" spc="0" normalizeH="0" baseline="0" dirty="0">
              <a:ln>
                <a:noFill/>
              </a:ln>
              <a:solidFill>
                <a:srgbClr val="FFFFFF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6889CDC1-B57C-4370-719E-ADC734D6958B}"/>
              </a:ext>
            </a:extLst>
          </p:cNvPr>
          <p:cNvSpPr/>
          <p:nvPr/>
        </p:nvSpPr>
        <p:spPr>
          <a:xfrm>
            <a:off x="3567536" y="1780846"/>
            <a:ext cx="1689100" cy="410369"/>
          </a:xfrm>
          <a:prstGeom prst="rect">
            <a:avLst/>
          </a:prstGeom>
          <a:solidFill>
            <a:schemeClr val="accent1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2000" b="0" i="0" u="none" strike="noStrike" cap="none" spc="0" normalizeH="0" baseline="0" dirty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IXIA Enabling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BDC85A51-B7F8-2E84-2150-AEF3F6CFF497}"/>
              </a:ext>
            </a:extLst>
          </p:cNvPr>
          <p:cNvSpPr/>
          <p:nvPr/>
        </p:nvSpPr>
        <p:spPr>
          <a:xfrm>
            <a:off x="3567536" y="3376344"/>
            <a:ext cx="1689100" cy="718145"/>
          </a:xfrm>
          <a:prstGeom prst="rect">
            <a:avLst/>
          </a:prstGeom>
          <a:solidFill>
            <a:schemeClr val="accent1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2000" b="0" i="0" u="none" strike="noStrike" cap="none" spc="0" normalizeH="0" baseline="0" dirty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Function Enabling</a:t>
            </a:r>
          </a:p>
        </p:txBody>
      </p: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3E4246F6-6934-6098-D1E5-1AB09DEB5F59}"/>
              </a:ext>
            </a:extLst>
          </p:cNvPr>
          <p:cNvCxnSpPr>
            <a:stCxn id="30" idx="2"/>
            <a:endCxn id="31" idx="0"/>
          </p:cNvCxnSpPr>
          <p:nvPr/>
        </p:nvCxnSpPr>
        <p:spPr>
          <a:xfrm>
            <a:off x="4412086" y="2191215"/>
            <a:ext cx="0" cy="1185129"/>
          </a:xfrm>
          <a:prstGeom prst="straightConnector1">
            <a:avLst/>
          </a:prstGeom>
          <a:noFill/>
          <a:ln w="25400" cap="flat">
            <a:solidFill>
              <a:srgbClr val="000000"/>
            </a:solidFill>
            <a:prstDash val="solid"/>
            <a:miter lim="400000"/>
            <a:tailEnd type="triangl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33" name="Rectangle 32">
            <a:extLst>
              <a:ext uri="{FF2B5EF4-FFF2-40B4-BE49-F238E27FC236}">
                <a16:creationId xmlns:a16="http://schemas.microsoft.com/office/drawing/2014/main" id="{0D3B309B-6AD9-656E-6E87-50D28BFC275D}"/>
              </a:ext>
            </a:extLst>
          </p:cNvPr>
          <p:cNvSpPr/>
          <p:nvPr/>
        </p:nvSpPr>
        <p:spPr>
          <a:xfrm>
            <a:off x="6272191" y="1626958"/>
            <a:ext cx="1689100" cy="718145"/>
          </a:xfrm>
          <a:prstGeom prst="rect">
            <a:avLst/>
          </a:prstGeom>
          <a:solidFill>
            <a:schemeClr val="accent6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2000" b="0" i="0" u="none" strike="noStrike" cap="none" spc="0" normalizeH="0" baseline="0" dirty="0" err="1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EthAgent</a:t>
            </a:r>
            <a:r>
              <a:rPr kumimoji="0" lang="en-US" sz="2000" b="0" i="0" u="none" strike="noStrike" cap="none" spc="0" normalizeH="0" baseline="0" dirty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 Enabling</a:t>
            </a: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6DBD6912-E57F-6053-D5DD-8991F7F29AF8}"/>
              </a:ext>
            </a:extLst>
          </p:cNvPr>
          <p:cNvSpPr/>
          <p:nvPr/>
        </p:nvSpPr>
        <p:spPr>
          <a:xfrm>
            <a:off x="6272191" y="3376344"/>
            <a:ext cx="1689100" cy="718145"/>
          </a:xfrm>
          <a:prstGeom prst="rect">
            <a:avLst/>
          </a:prstGeom>
          <a:solidFill>
            <a:schemeClr val="accent6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2000" b="0" i="0" u="none" strike="noStrike" cap="none" spc="0" normalizeH="0" baseline="0" dirty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Function Enabling</a:t>
            </a:r>
          </a:p>
        </p:txBody>
      </p: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ABD830AB-88CC-9B1D-9E54-A76DBF4F99BB}"/>
              </a:ext>
            </a:extLst>
          </p:cNvPr>
          <p:cNvCxnSpPr>
            <a:stCxn id="33" idx="2"/>
            <a:endCxn id="34" idx="0"/>
          </p:cNvCxnSpPr>
          <p:nvPr/>
        </p:nvCxnSpPr>
        <p:spPr>
          <a:xfrm>
            <a:off x="7116741" y="2345103"/>
            <a:ext cx="0" cy="1031241"/>
          </a:xfrm>
          <a:prstGeom prst="straightConnector1">
            <a:avLst/>
          </a:prstGeom>
          <a:noFill/>
          <a:ln w="25400" cap="flat">
            <a:solidFill>
              <a:srgbClr val="000000"/>
            </a:solidFill>
            <a:prstDash val="solid"/>
            <a:miter lim="400000"/>
            <a:tailEnd type="triangl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37" name="Straight Arrow Connector 36">
            <a:extLst>
              <a:ext uri="{FF2B5EF4-FFF2-40B4-BE49-F238E27FC236}">
                <a16:creationId xmlns:a16="http://schemas.microsoft.com/office/drawing/2014/main" id="{817B3BD1-8C83-4CB3-B8F4-944B30476F4D}"/>
              </a:ext>
            </a:extLst>
          </p:cNvPr>
          <p:cNvCxnSpPr>
            <a:cxnSpLocks/>
            <a:stCxn id="10" idx="2"/>
          </p:cNvCxnSpPr>
          <p:nvPr/>
        </p:nvCxnSpPr>
        <p:spPr>
          <a:xfrm>
            <a:off x="1522391" y="4105137"/>
            <a:ext cx="0" cy="1707581"/>
          </a:xfrm>
          <a:prstGeom prst="straightConnector1">
            <a:avLst/>
          </a:prstGeom>
          <a:noFill/>
          <a:ln w="25400" cap="flat">
            <a:solidFill>
              <a:srgbClr val="000000"/>
            </a:solidFill>
            <a:prstDash val="solid"/>
            <a:miter lim="400000"/>
            <a:tailEnd type="triangl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39" name="Straight Arrow Connector 38">
            <a:extLst>
              <a:ext uri="{FF2B5EF4-FFF2-40B4-BE49-F238E27FC236}">
                <a16:creationId xmlns:a16="http://schemas.microsoft.com/office/drawing/2014/main" id="{4228ED78-600C-9D89-A1DD-DF106E626D56}"/>
              </a:ext>
            </a:extLst>
          </p:cNvPr>
          <p:cNvCxnSpPr>
            <a:cxnSpLocks/>
            <a:stCxn id="31" idx="2"/>
            <a:endCxn id="15" idx="0"/>
          </p:cNvCxnSpPr>
          <p:nvPr/>
        </p:nvCxnSpPr>
        <p:spPr>
          <a:xfrm flipH="1">
            <a:off x="4408466" y="4094489"/>
            <a:ext cx="3620" cy="1718229"/>
          </a:xfrm>
          <a:prstGeom prst="straightConnector1">
            <a:avLst/>
          </a:prstGeom>
          <a:noFill/>
          <a:ln w="25400" cap="flat">
            <a:solidFill>
              <a:srgbClr val="000000"/>
            </a:solidFill>
            <a:prstDash val="solid"/>
            <a:miter lim="400000"/>
            <a:tailEnd type="triangl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41" name="Straight Arrow Connector 40">
            <a:extLst>
              <a:ext uri="{FF2B5EF4-FFF2-40B4-BE49-F238E27FC236}">
                <a16:creationId xmlns:a16="http://schemas.microsoft.com/office/drawing/2014/main" id="{6DF2C01F-5BA3-C869-3EF3-4B00A90DE9E6}"/>
              </a:ext>
            </a:extLst>
          </p:cNvPr>
          <p:cNvCxnSpPr>
            <a:cxnSpLocks/>
            <a:stCxn id="34" idx="2"/>
          </p:cNvCxnSpPr>
          <p:nvPr/>
        </p:nvCxnSpPr>
        <p:spPr>
          <a:xfrm>
            <a:off x="7116741" y="4094489"/>
            <a:ext cx="0" cy="1718229"/>
          </a:xfrm>
          <a:prstGeom prst="straightConnector1">
            <a:avLst/>
          </a:prstGeom>
          <a:noFill/>
          <a:ln w="25400" cap="flat">
            <a:solidFill>
              <a:srgbClr val="000000"/>
            </a:solidFill>
            <a:prstDash val="solid"/>
            <a:miter lim="400000"/>
            <a:tailEnd type="triangl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43" name="TextBox 42">
            <a:extLst>
              <a:ext uri="{FF2B5EF4-FFF2-40B4-BE49-F238E27FC236}">
                <a16:creationId xmlns:a16="http://schemas.microsoft.com/office/drawing/2014/main" id="{683A395A-9683-FD9A-E75B-F77A3B7A429D}"/>
              </a:ext>
            </a:extLst>
          </p:cNvPr>
          <p:cNvSpPr txBox="1"/>
          <p:nvPr/>
        </p:nvSpPr>
        <p:spPr>
          <a:xfrm>
            <a:off x="8805841" y="1619174"/>
            <a:ext cx="2236190" cy="830997"/>
          </a:xfrm>
          <a:prstGeom prst="rect">
            <a:avLst/>
          </a:prstGeom>
          <a:noFill/>
          <a:ln w="12700" cap="flat">
            <a:solidFill>
              <a:schemeClr val="accent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0" tIns="0" rIns="0" bIns="0" numCol="1" spcCol="38100" rtlCol="0" anchor="t" anchorCtr="0">
            <a:spAutoFit/>
          </a:bodyPr>
          <a:lstStyle/>
          <a:p>
            <a:pPr marL="0" marR="0" indent="0" algn="l" defTabSz="2438338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b="0" i="0" u="none" strike="noStrike" cap="none" spc="0" normalizeH="0" baseline="0" dirty="0">
                <a:ln>
                  <a:noFill/>
                </a:ln>
                <a:solidFill>
                  <a:schemeClr val="tx2"/>
                </a:solidFill>
                <a:effectLst/>
                <a:uFillTx/>
                <a:latin typeface="+mn-lt"/>
                <a:ea typeface="+mn-ea"/>
                <a:cs typeface="+mn-cs"/>
                <a:sym typeface="Helvetica Neue"/>
              </a:rPr>
              <a:t>SSH connection</a:t>
            </a:r>
          </a:p>
          <a:p>
            <a:pPr marL="0" marR="0" indent="0" algn="l" defTabSz="2438338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b="0" i="0" u="none" strike="noStrike" cap="none" spc="0" normalizeH="0" baseline="0" dirty="0">
                <a:ln>
                  <a:noFill/>
                </a:ln>
                <a:solidFill>
                  <a:schemeClr val="tx2"/>
                </a:solidFill>
                <a:effectLst/>
                <a:uFillTx/>
                <a:latin typeface="+mn-lt"/>
                <a:ea typeface="+mn-ea"/>
                <a:cs typeface="+mn-cs"/>
                <a:sym typeface="Helvetica Neue"/>
              </a:rPr>
              <a:t>TCP/IP connection</a:t>
            </a:r>
          </a:p>
          <a:p>
            <a:pPr marL="0" marR="0" indent="0" algn="l" defTabSz="2438338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dirty="0">
                <a:solidFill>
                  <a:schemeClr val="tx2"/>
                </a:solidFill>
                <a:sym typeface="Helvetica Neue"/>
              </a:rPr>
              <a:t>COM port connection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AB8011B9-E81D-D83A-94C0-FBDC601B45B2}"/>
              </a:ext>
            </a:extLst>
          </p:cNvPr>
          <p:cNvSpPr txBox="1"/>
          <p:nvPr/>
        </p:nvSpPr>
        <p:spPr>
          <a:xfrm>
            <a:off x="8805841" y="3429000"/>
            <a:ext cx="2332370" cy="1938992"/>
          </a:xfrm>
          <a:prstGeom prst="rect">
            <a:avLst/>
          </a:prstGeom>
          <a:noFill/>
          <a:ln w="12700" cap="flat">
            <a:solidFill>
              <a:schemeClr val="accent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0" tIns="0" rIns="0" bIns="0" numCol="1" spcCol="38100" rtlCol="0" anchor="t" anchorCtr="0">
            <a:spAutoFit/>
          </a:bodyPr>
          <a:lstStyle/>
          <a:p>
            <a:pPr marL="0" marR="0" indent="0" algn="l" defTabSz="2438338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b="0" i="0" u="none" strike="noStrike" cap="none" spc="0" normalizeH="0" baseline="0" dirty="0">
                <a:ln>
                  <a:noFill/>
                </a:ln>
                <a:solidFill>
                  <a:schemeClr val="tx2"/>
                </a:solidFill>
                <a:effectLst/>
                <a:uFillTx/>
                <a:latin typeface="+mn-lt"/>
                <a:ea typeface="+mn-ea"/>
                <a:cs typeface="+mn-cs"/>
                <a:sym typeface="Helvetica Neue"/>
              </a:rPr>
              <a:t>Switch </a:t>
            </a:r>
            <a:r>
              <a:rPr lang="en-US" dirty="0">
                <a:solidFill>
                  <a:schemeClr val="tx2"/>
                </a:solidFill>
                <a:sym typeface="Helvetica Neue"/>
              </a:rPr>
              <a:t>Port</a:t>
            </a:r>
            <a:endParaRPr kumimoji="0" lang="en-US" b="0" i="0" u="none" strike="noStrike" cap="none" spc="0" normalizeH="0" baseline="0" dirty="0">
              <a:ln>
                <a:noFill/>
              </a:ln>
              <a:solidFill>
                <a:schemeClr val="tx2"/>
              </a:solidFill>
              <a:effectLst/>
              <a:uFillTx/>
              <a:latin typeface="+mn-lt"/>
              <a:ea typeface="+mn-ea"/>
              <a:cs typeface="+mn-cs"/>
              <a:sym typeface="Helvetica Neue"/>
            </a:endParaRPr>
          </a:p>
          <a:p>
            <a:pPr marL="0" marR="0" indent="0" algn="l" defTabSz="2438338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b="0" i="0" u="none" strike="noStrike" cap="none" spc="0" normalizeH="0" baseline="0" dirty="0">
                <a:ln>
                  <a:noFill/>
                </a:ln>
                <a:solidFill>
                  <a:schemeClr val="tx2"/>
                </a:solidFill>
                <a:effectLst/>
                <a:uFillTx/>
                <a:latin typeface="+mn-lt"/>
                <a:ea typeface="+mn-ea"/>
                <a:cs typeface="+mn-cs"/>
                <a:sym typeface="Helvetica Neue"/>
              </a:rPr>
              <a:t>Check status/counters</a:t>
            </a:r>
          </a:p>
          <a:p>
            <a:pPr marL="0" marR="0" indent="0" algn="l" defTabSz="2438338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dirty="0">
                <a:solidFill>
                  <a:schemeClr val="tx2"/>
                </a:solidFill>
                <a:sym typeface="Helvetica Neue"/>
              </a:rPr>
              <a:t>Clear counters</a:t>
            </a:r>
            <a:endParaRPr kumimoji="0" lang="en-US" b="0" i="0" u="none" strike="noStrike" cap="none" spc="0" normalizeH="0" baseline="0" dirty="0">
              <a:ln>
                <a:noFill/>
              </a:ln>
              <a:solidFill>
                <a:schemeClr val="tx2"/>
              </a:solidFill>
              <a:effectLst/>
              <a:uFillTx/>
              <a:latin typeface="+mn-lt"/>
              <a:ea typeface="+mn-ea"/>
              <a:cs typeface="+mn-cs"/>
              <a:sym typeface="Helvetica Neue"/>
            </a:endParaRPr>
          </a:p>
          <a:p>
            <a:pPr marL="0" marR="0" indent="0" algn="l" defTabSz="2438338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dirty="0">
                <a:solidFill>
                  <a:schemeClr val="tx2"/>
                </a:solidFill>
                <a:sym typeface="Helvetica Neue"/>
              </a:rPr>
              <a:t>Send/Stop Package</a:t>
            </a:r>
          </a:p>
          <a:p>
            <a:pPr marL="0" marR="0" indent="0" algn="l" defTabSz="2438338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b="0" i="0" u="none" strike="noStrike" cap="none" spc="0" normalizeH="0" baseline="0" dirty="0">
                <a:ln>
                  <a:noFill/>
                </a:ln>
                <a:solidFill>
                  <a:schemeClr val="tx2"/>
                </a:solidFill>
                <a:effectLst/>
                <a:uFillTx/>
                <a:latin typeface="+mn-lt"/>
                <a:ea typeface="+mn-ea"/>
                <a:cs typeface="+mn-cs"/>
                <a:sym typeface="Helvetica Neue"/>
              </a:rPr>
              <a:t>Change Speed</a:t>
            </a:r>
          </a:p>
          <a:p>
            <a:pPr marL="0" marR="0" indent="0" algn="l" defTabSz="2438338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b="0" i="0" u="none" strike="noStrike" cap="none" spc="0" normalizeH="0" baseline="0" dirty="0">
                <a:ln>
                  <a:noFill/>
                </a:ln>
                <a:solidFill>
                  <a:schemeClr val="tx2"/>
                </a:solidFill>
                <a:effectLst/>
                <a:uFillTx/>
                <a:latin typeface="+mn-lt"/>
                <a:ea typeface="+mn-ea"/>
                <a:cs typeface="+mn-cs"/>
                <a:sym typeface="Helvetica Neue"/>
              </a:rPr>
              <a:t>Link down/up</a:t>
            </a:r>
          </a:p>
          <a:p>
            <a:pPr marL="0" marR="0" indent="0" algn="l" defTabSz="2438338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dirty="0">
                <a:solidFill>
                  <a:schemeClr val="tx2"/>
                </a:solidFill>
                <a:sym typeface="Helvetica Neue"/>
              </a:rPr>
              <a:t>Save log</a:t>
            </a:r>
            <a:endParaRPr kumimoji="0" lang="en-US" b="0" i="0" u="none" strike="noStrike" cap="none" spc="0" normalizeH="0" baseline="0" dirty="0">
              <a:ln>
                <a:noFill/>
              </a:ln>
              <a:solidFill>
                <a:schemeClr val="tx2"/>
              </a:solidFill>
              <a:effectLst/>
              <a:uFillTx/>
              <a:latin typeface="+mn-lt"/>
              <a:ea typeface="+mn-ea"/>
              <a:cs typeface="+mn-cs"/>
              <a:sym typeface="Helvetica Neue"/>
            </a:endParaRP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FAB383DF-0776-CCB2-589D-5F9A8E98D6DB}"/>
              </a:ext>
            </a:extLst>
          </p:cNvPr>
          <p:cNvSpPr txBox="1"/>
          <p:nvPr/>
        </p:nvSpPr>
        <p:spPr>
          <a:xfrm>
            <a:off x="8805841" y="5879402"/>
            <a:ext cx="2162451" cy="276999"/>
          </a:xfrm>
          <a:prstGeom prst="rect">
            <a:avLst/>
          </a:prstGeom>
          <a:noFill/>
          <a:ln w="12700" cap="flat">
            <a:solidFill>
              <a:schemeClr val="accent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0" tIns="0" rIns="0" bIns="0" numCol="1" spcCol="38100" rtlCol="0" anchor="t" anchorCtr="0">
            <a:spAutoFit/>
          </a:bodyPr>
          <a:lstStyle/>
          <a:p>
            <a:pPr defTabSz="2438338" hangingPunct="0"/>
            <a:r>
              <a:rPr lang="en-US" dirty="0">
                <a:solidFill>
                  <a:schemeClr val="tx2"/>
                </a:solidFill>
                <a:sym typeface="Helvetica Neue"/>
              </a:rPr>
              <a:t>Manual select action</a:t>
            </a:r>
            <a:endParaRPr kumimoji="0" lang="en-US" b="0" i="0" u="none" strike="noStrike" cap="none" spc="0" normalizeH="0" baseline="0" dirty="0">
              <a:ln>
                <a:noFill/>
              </a:ln>
              <a:solidFill>
                <a:schemeClr val="tx2"/>
              </a:solidFill>
              <a:effectLst/>
              <a:uFillTx/>
              <a:latin typeface="+mn-lt"/>
              <a:ea typeface="+mn-ea"/>
              <a:cs typeface="+mn-cs"/>
              <a:sym typeface="Helvetica Neue"/>
            </a:endParaRPr>
          </a:p>
        </p:txBody>
      </p:sp>
    </p:spTree>
    <p:extLst>
      <p:ext uri="{BB962C8B-B14F-4D97-AF65-F5344CB8AC3E}">
        <p14:creationId xmlns:p14="http://schemas.microsoft.com/office/powerpoint/2010/main" val="72749716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C7A94D-40D0-25D1-21ED-AF2AC9B5E0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396B3B7F-36FE-374D-5A7B-D0D357EB93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Development Flow Phase 2 (Automation)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571F0092-2F27-E6F2-5B11-49585A3CE24D}"/>
              </a:ext>
            </a:extLst>
          </p:cNvPr>
          <p:cNvSpPr/>
          <p:nvPr/>
        </p:nvSpPr>
        <p:spPr>
          <a:xfrm>
            <a:off x="677841" y="1626958"/>
            <a:ext cx="1689100" cy="718145"/>
          </a:xfrm>
          <a:prstGeom prst="rect">
            <a:avLst/>
          </a:prstGeom>
          <a:solidFill>
            <a:schemeClr val="accent1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2000" dirty="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Switch </a:t>
            </a:r>
            <a:r>
              <a:rPr kumimoji="0" lang="en-US" sz="2000" b="0" i="0" u="none" strike="noStrike" cap="none" spc="0" normalizeH="0" baseline="0" dirty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Enabling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DD547CC9-6F77-53FC-FE58-A3B64F34CA0A}"/>
              </a:ext>
            </a:extLst>
          </p:cNvPr>
          <p:cNvSpPr/>
          <p:nvPr/>
        </p:nvSpPr>
        <p:spPr>
          <a:xfrm>
            <a:off x="677841" y="2938464"/>
            <a:ext cx="1689100" cy="718145"/>
          </a:xfrm>
          <a:prstGeom prst="rect">
            <a:avLst/>
          </a:prstGeom>
          <a:solidFill>
            <a:schemeClr val="accent1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2000" b="0" i="0" u="none" strike="noStrike" cap="none" spc="0" normalizeH="0" baseline="0" dirty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Function Enabling</a:t>
            </a:r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058B6772-3CD8-9281-3790-113B963DF8ED}"/>
              </a:ext>
            </a:extLst>
          </p:cNvPr>
          <p:cNvCxnSpPr>
            <a:cxnSpLocks/>
            <a:stCxn id="9" idx="2"/>
            <a:endCxn id="10" idx="0"/>
          </p:cNvCxnSpPr>
          <p:nvPr/>
        </p:nvCxnSpPr>
        <p:spPr>
          <a:xfrm>
            <a:off x="1522391" y="2345103"/>
            <a:ext cx="0" cy="593361"/>
          </a:xfrm>
          <a:prstGeom prst="straightConnector1">
            <a:avLst/>
          </a:prstGeom>
          <a:noFill/>
          <a:ln w="25400" cap="flat">
            <a:solidFill>
              <a:srgbClr val="000000"/>
            </a:solidFill>
            <a:prstDash val="solid"/>
            <a:miter lim="400000"/>
            <a:tailEnd type="triangl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15" name="Rectangle 14">
            <a:extLst>
              <a:ext uri="{FF2B5EF4-FFF2-40B4-BE49-F238E27FC236}">
                <a16:creationId xmlns:a16="http://schemas.microsoft.com/office/drawing/2014/main" id="{CA7D2BCD-978E-6A0C-CF21-00D1BFE08617}"/>
              </a:ext>
            </a:extLst>
          </p:cNvPr>
          <p:cNvSpPr/>
          <p:nvPr/>
        </p:nvSpPr>
        <p:spPr>
          <a:xfrm>
            <a:off x="677841" y="5181653"/>
            <a:ext cx="7461250" cy="410369"/>
          </a:xfrm>
          <a:prstGeom prst="rect">
            <a:avLst/>
          </a:prstGeom>
          <a:solidFill>
            <a:srgbClr val="FF0000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2000" dirty="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New LHC</a:t>
            </a:r>
            <a:endParaRPr kumimoji="0" lang="en-US" sz="2000" b="0" i="0" u="none" strike="noStrike" cap="none" spc="0" normalizeH="0" baseline="0" dirty="0">
              <a:ln>
                <a:noFill/>
              </a:ln>
              <a:solidFill>
                <a:srgbClr val="FFFFFF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1C646590-341A-62B5-F13A-3AD96EB1B3B5}"/>
              </a:ext>
            </a:extLst>
          </p:cNvPr>
          <p:cNvSpPr/>
          <p:nvPr/>
        </p:nvSpPr>
        <p:spPr>
          <a:xfrm>
            <a:off x="3567536" y="1780846"/>
            <a:ext cx="1689100" cy="410369"/>
          </a:xfrm>
          <a:prstGeom prst="rect">
            <a:avLst/>
          </a:prstGeom>
          <a:solidFill>
            <a:schemeClr val="accent1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2000" b="0" i="0" u="none" strike="noStrike" cap="none" spc="0" normalizeH="0" baseline="0" dirty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IXIA Enabling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EB71F2A1-E76C-1CA5-1887-35954AB43DE7}"/>
              </a:ext>
            </a:extLst>
          </p:cNvPr>
          <p:cNvSpPr/>
          <p:nvPr/>
        </p:nvSpPr>
        <p:spPr>
          <a:xfrm>
            <a:off x="3567536" y="2938464"/>
            <a:ext cx="1689100" cy="718145"/>
          </a:xfrm>
          <a:prstGeom prst="rect">
            <a:avLst/>
          </a:prstGeom>
          <a:solidFill>
            <a:schemeClr val="accent1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2000" b="0" i="0" u="none" strike="noStrike" cap="none" spc="0" normalizeH="0" baseline="0" dirty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Function Enabling</a:t>
            </a:r>
          </a:p>
        </p:txBody>
      </p: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A814652E-5B4E-7DA2-F4EF-2FA1B0656101}"/>
              </a:ext>
            </a:extLst>
          </p:cNvPr>
          <p:cNvCxnSpPr>
            <a:stCxn id="30" idx="2"/>
            <a:endCxn id="31" idx="0"/>
          </p:cNvCxnSpPr>
          <p:nvPr/>
        </p:nvCxnSpPr>
        <p:spPr>
          <a:xfrm>
            <a:off x="4412086" y="2191215"/>
            <a:ext cx="0" cy="747249"/>
          </a:xfrm>
          <a:prstGeom prst="straightConnector1">
            <a:avLst/>
          </a:prstGeom>
          <a:noFill/>
          <a:ln w="25400" cap="flat">
            <a:solidFill>
              <a:srgbClr val="000000"/>
            </a:solidFill>
            <a:prstDash val="solid"/>
            <a:miter lim="400000"/>
            <a:tailEnd type="triangl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33" name="Rectangle 32">
            <a:extLst>
              <a:ext uri="{FF2B5EF4-FFF2-40B4-BE49-F238E27FC236}">
                <a16:creationId xmlns:a16="http://schemas.microsoft.com/office/drawing/2014/main" id="{3B14CABA-B124-6AC8-3565-62FAC26D3E5A}"/>
              </a:ext>
            </a:extLst>
          </p:cNvPr>
          <p:cNvSpPr/>
          <p:nvPr/>
        </p:nvSpPr>
        <p:spPr>
          <a:xfrm>
            <a:off x="6272191" y="1626958"/>
            <a:ext cx="1689100" cy="718145"/>
          </a:xfrm>
          <a:prstGeom prst="rect">
            <a:avLst/>
          </a:prstGeom>
          <a:solidFill>
            <a:schemeClr val="accent6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2000" b="0" i="0" u="none" strike="noStrike" cap="none" spc="0" normalizeH="0" baseline="0" dirty="0" err="1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EthAgent</a:t>
            </a:r>
            <a:r>
              <a:rPr kumimoji="0" lang="en-US" sz="2000" b="0" i="0" u="none" strike="noStrike" cap="none" spc="0" normalizeH="0" baseline="0" dirty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 Enabling</a:t>
            </a: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A709EDE8-F029-0D39-4149-3013F7999CE1}"/>
              </a:ext>
            </a:extLst>
          </p:cNvPr>
          <p:cNvSpPr/>
          <p:nvPr/>
        </p:nvSpPr>
        <p:spPr>
          <a:xfrm>
            <a:off x="6272191" y="2938464"/>
            <a:ext cx="1689100" cy="718145"/>
          </a:xfrm>
          <a:prstGeom prst="rect">
            <a:avLst/>
          </a:prstGeom>
          <a:solidFill>
            <a:schemeClr val="accent6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2000" b="0" i="0" u="none" strike="noStrike" cap="none" spc="0" normalizeH="0" baseline="0" dirty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Function Enabling</a:t>
            </a:r>
          </a:p>
        </p:txBody>
      </p: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8C151DD2-95D6-FCF9-8CAA-90BCB212924A}"/>
              </a:ext>
            </a:extLst>
          </p:cNvPr>
          <p:cNvCxnSpPr>
            <a:cxnSpLocks/>
            <a:stCxn id="33" idx="2"/>
            <a:endCxn id="34" idx="0"/>
          </p:cNvCxnSpPr>
          <p:nvPr/>
        </p:nvCxnSpPr>
        <p:spPr>
          <a:xfrm>
            <a:off x="7116741" y="2345103"/>
            <a:ext cx="0" cy="593361"/>
          </a:xfrm>
          <a:prstGeom prst="straightConnector1">
            <a:avLst/>
          </a:prstGeom>
          <a:noFill/>
          <a:ln w="25400" cap="flat">
            <a:solidFill>
              <a:srgbClr val="000000"/>
            </a:solidFill>
            <a:prstDash val="solid"/>
            <a:miter lim="400000"/>
            <a:tailEnd type="triangl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37" name="Straight Arrow Connector 36">
            <a:extLst>
              <a:ext uri="{FF2B5EF4-FFF2-40B4-BE49-F238E27FC236}">
                <a16:creationId xmlns:a16="http://schemas.microsoft.com/office/drawing/2014/main" id="{AD07C419-BE9D-F00D-5EAB-748A419E7721}"/>
              </a:ext>
            </a:extLst>
          </p:cNvPr>
          <p:cNvCxnSpPr>
            <a:cxnSpLocks/>
            <a:stCxn id="10" idx="2"/>
          </p:cNvCxnSpPr>
          <p:nvPr/>
        </p:nvCxnSpPr>
        <p:spPr>
          <a:xfrm>
            <a:off x="1522391" y="3656609"/>
            <a:ext cx="0" cy="1524069"/>
          </a:xfrm>
          <a:prstGeom prst="straightConnector1">
            <a:avLst/>
          </a:prstGeom>
          <a:noFill/>
          <a:ln w="25400" cap="flat">
            <a:solidFill>
              <a:srgbClr val="000000"/>
            </a:solidFill>
            <a:prstDash val="solid"/>
            <a:miter lim="400000"/>
            <a:tailEnd type="triangl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39" name="Straight Arrow Connector 38">
            <a:extLst>
              <a:ext uri="{FF2B5EF4-FFF2-40B4-BE49-F238E27FC236}">
                <a16:creationId xmlns:a16="http://schemas.microsoft.com/office/drawing/2014/main" id="{2F1BE346-F3D8-D843-A721-DADE7501C6E5}"/>
              </a:ext>
            </a:extLst>
          </p:cNvPr>
          <p:cNvCxnSpPr>
            <a:cxnSpLocks/>
            <a:stCxn id="31" idx="2"/>
            <a:endCxn id="15" idx="0"/>
          </p:cNvCxnSpPr>
          <p:nvPr/>
        </p:nvCxnSpPr>
        <p:spPr>
          <a:xfrm flipH="1">
            <a:off x="4408466" y="3656609"/>
            <a:ext cx="3620" cy="1525044"/>
          </a:xfrm>
          <a:prstGeom prst="straightConnector1">
            <a:avLst/>
          </a:prstGeom>
          <a:noFill/>
          <a:ln w="25400" cap="flat">
            <a:solidFill>
              <a:srgbClr val="000000"/>
            </a:solidFill>
            <a:prstDash val="solid"/>
            <a:miter lim="400000"/>
            <a:tailEnd type="triangl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41" name="Straight Arrow Connector 40">
            <a:extLst>
              <a:ext uri="{FF2B5EF4-FFF2-40B4-BE49-F238E27FC236}">
                <a16:creationId xmlns:a16="http://schemas.microsoft.com/office/drawing/2014/main" id="{D604EF36-046C-CB2E-FA0E-C2E7F3A76660}"/>
              </a:ext>
            </a:extLst>
          </p:cNvPr>
          <p:cNvCxnSpPr>
            <a:cxnSpLocks/>
            <a:stCxn id="34" idx="2"/>
          </p:cNvCxnSpPr>
          <p:nvPr/>
        </p:nvCxnSpPr>
        <p:spPr>
          <a:xfrm>
            <a:off x="7116741" y="3656609"/>
            <a:ext cx="0" cy="1524069"/>
          </a:xfrm>
          <a:prstGeom prst="straightConnector1">
            <a:avLst/>
          </a:prstGeom>
          <a:noFill/>
          <a:ln w="25400" cap="flat">
            <a:solidFill>
              <a:srgbClr val="000000"/>
            </a:solidFill>
            <a:prstDash val="solid"/>
            <a:miter lim="400000"/>
            <a:tailEnd type="triangl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2" name="TextBox 1">
            <a:extLst>
              <a:ext uri="{FF2B5EF4-FFF2-40B4-BE49-F238E27FC236}">
                <a16:creationId xmlns:a16="http://schemas.microsoft.com/office/drawing/2014/main" id="{6522E9D0-EB38-2876-203E-9689D77B3CCE}"/>
              </a:ext>
            </a:extLst>
          </p:cNvPr>
          <p:cNvSpPr txBox="1"/>
          <p:nvPr/>
        </p:nvSpPr>
        <p:spPr>
          <a:xfrm>
            <a:off x="8466299" y="4793328"/>
            <a:ext cx="3484401" cy="1661993"/>
          </a:xfrm>
          <a:prstGeom prst="rect">
            <a:avLst/>
          </a:prstGeom>
          <a:noFill/>
          <a:ln w="12700" cap="flat">
            <a:solidFill>
              <a:srgbClr val="FF0000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 anchorCtr="0">
            <a:spAutoFit/>
          </a:bodyPr>
          <a:lstStyle/>
          <a:p>
            <a:pPr defTabSz="2438338" hangingPunct="0"/>
            <a:r>
              <a:rPr lang="en-US" dirty="0">
                <a:solidFill>
                  <a:schemeClr val="tx2"/>
                </a:solidFill>
                <a:sym typeface="Helvetica Neue"/>
              </a:rPr>
              <a:t>TTL</a:t>
            </a:r>
          </a:p>
          <a:p>
            <a:pPr defTabSz="2438338" hangingPunct="0"/>
            <a:r>
              <a:rPr lang="en-US" dirty="0">
                <a:solidFill>
                  <a:schemeClr val="tx2"/>
                </a:solidFill>
                <a:sym typeface="Helvetica Neue"/>
              </a:rPr>
              <a:t>BER</a:t>
            </a:r>
          </a:p>
          <a:p>
            <a:pPr defTabSz="2438338" hangingPunct="0"/>
            <a:r>
              <a:rPr lang="en-US" dirty="0">
                <a:solidFill>
                  <a:srgbClr val="FF0000"/>
                </a:solidFill>
                <a:sym typeface="Helvetica Neue"/>
              </a:rPr>
              <a:t>Replace LP with IXIA</a:t>
            </a:r>
          </a:p>
          <a:p>
            <a:pPr defTabSz="2438338" hangingPunct="0"/>
            <a:r>
              <a:rPr lang="en-US" dirty="0">
                <a:solidFill>
                  <a:srgbClr val="FF0000"/>
                </a:solidFill>
                <a:sym typeface="Helvetica Neue"/>
              </a:rPr>
              <a:t>Change Speed</a:t>
            </a:r>
          </a:p>
          <a:p>
            <a:pPr defTabSz="2438338" hangingPunct="0"/>
            <a:r>
              <a:rPr lang="en-US" dirty="0">
                <a:solidFill>
                  <a:srgbClr val="FF0000"/>
                </a:solidFill>
                <a:sym typeface="Helvetica Neue"/>
              </a:rPr>
              <a:t>IXIA status/counter log</a:t>
            </a:r>
          </a:p>
          <a:p>
            <a:pPr defTabSz="2438338" hangingPunct="0"/>
            <a:r>
              <a:rPr lang="en-US" dirty="0">
                <a:solidFill>
                  <a:srgbClr val="FF0000"/>
                </a:solidFill>
                <a:sym typeface="Helvetica Neue"/>
              </a:rPr>
              <a:t>Switch status/counter log</a:t>
            </a:r>
          </a:p>
        </p:txBody>
      </p:sp>
    </p:spTree>
    <p:extLst>
      <p:ext uri="{BB962C8B-B14F-4D97-AF65-F5344CB8AC3E}">
        <p14:creationId xmlns:p14="http://schemas.microsoft.com/office/powerpoint/2010/main" val="282655736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Intel">
  <a:themeElements>
    <a:clrScheme name="Intel2020">
      <a:dk1>
        <a:srgbClr val="000000"/>
      </a:dk1>
      <a:lt1>
        <a:srgbClr val="FFFFFF"/>
      </a:lt1>
      <a:dk2>
        <a:srgbClr val="004A86"/>
      </a:dk2>
      <a:lt2>
        <a:srgbClr val="525252"/>
      </a:lt2>
      <a:accent1>
        <a:srgbClr val="0068B5"/>
      </a:accent1>
      <a:accent2>
        <a:srgbClr val="00C7FD"/>
      </a:accent2>
      <a:accent3>
        <a:srgbClr val="F6CB4B"/>
      </a:accent3>
      <a:accent4>
        <a:srgbClr val="D96930"/>
      </a:accent4>
      <a:accent5>
        <a:srgbClr val="8F5DA2"/>
      </a:accent5>
      <a:accent6>
        <a:srgbClr val="8BAE46"/>
      </a:accent6>
      <a:hlink>
        <a:srgbClr val="0068B5"/>
      </a:hlink>
      <a:folHlink>
        <a:srgbClr val="0068B5"/>
      </a:folHlink>
    </a:clrScheme>
    <a:fontScheme name="Custom 11">
      <a:majorFont>
        <a:latin typeface="Intel Clear Light"/>
        <a:ea typeface="Helvetica Neue"/>
        <a:cs typeface="Helvetica Neue"/>
      </a:majorFont>
      <a:minorFont>
        <a:latin typeface="Intel Clear"/>
        <a:ea typeface="Helvetica Neue"/>
        <a:cs typeface="Helvetica Neue"/>
      </a:minorFont>
    </a:fontScheme>
    <a:fmtScheme name="21_BasicWhi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accent1"/>
        </a:solidFill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ctr" defTabSz="8255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3200" b="0" i="0" u="none" strike="noStrike" cap="none" spc="0" normalizeH="0" baseline="0">
            <a:ln>
              <a:noFill/>
            </a:ln>
            <a:solidFill>
              <a:srgbClr val="FFFFFF"/>
            </a:solidFill>
            <a:effectLst/>
            <a:uFillTx/>
            <a:latin typeface="Helvetica Neue Medium"/>
            <a:ea typeface="Helvetica Neue Medium"/>
            <a:cs typeface="Helvetica Neue Medium"/>
            <a:sym typeface="Helvetica Neue Medium"/>
          </a:defRPr>
        </a:def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rgbClr val="000000"/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none" lIns="0" tIns="0" rIns="0" bIns="0" numCol="1" spcCol="38100" rtlCol="0" anchor="t" anchorCtr="0">
        <a:spAutoFit/>
      </a:bodyPr>
      <a:lstStyle>
        <a:defPPr marL="0" marR="0" indent="0" algn="l" defTabSz="2438338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b="0" i="0" u="none" strike="noStrike" cap="none" spc="0" normalizeH="0" baseline="0" dirty="0" err="1" smtClean="0">
            <a:ln>
              <a:noFill/>
            </a:ln>
            <a:solidFill>
              <a:schemeClr val="tx2"/>
            </a:solidFill>
            <a:effectLst/>
            <a:uFillTx/>
            <a:latin typeface="+mn-lt"/>
            <a:ea typeface="+mn-ea"/>
            <a:cs typeface="+mn-cs"/>
            <a:sym typeface="Helvetica Neue"/>
          </a:defRPr>
        </a:def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  <a:extLst>
    <a:ext uri="{05A4C25C-085E-4340-85A3-A5531E510DB2}">
      <thm15:themeFamily xmlns:thm15="http://schemas.microsoft.com/office/thememl/2012/main" name="Intel" id="{C66A2D29-922E-42A8-B767-FD4DFE2EBCBF}" vid="{AF4221C1-7C4E-4E3C-A6AA-1673AFCA20C0}"/>
    </a:ext>
  </a:extLst>
</a:theme>
</file>

<file path=ppt/theme/theme2.xml><?xml version="1.0" encoding="utf-8"?>
<a:theme xmlns:a="http://schemas.openxmlformats.org/drawingml/2006/main" name="1_Intel">
  <a:themeElements>
    <a:clrScheme name="Intel Color Palette">
      <a:dk1>
        <a:sysClr val="windowText" lastClr="000000"/>
      </a:dk1>
      <a:lt1>
        <a:sysClr val="window" lastClr="FFFFFF"/>
      </a:lt1>
      <a:dk2>
        <a:srgbClr val="003C71"/>
      </a:dk2>
      <a:lt2>
        <a:srgbClr val="B1BABF"/>
      </a:lt2>
      <a:accent1>
        <a:srgbClr val="0071C5"/>
      </a:accent1>
      <a:accent2>
        <a:srgbClr val="00AEEF"/>
      </a:accent2>
      <a:accent3>
        <a:srgbClr val="F3D54E"/>
      </a:accent3>
      <a:accent4>
        <a:srgbClr val="FFA300"/>
      </a:accent4>
      <a:accent5>
        <a:srgbClr val="FC4C02"/>
      </a:accent5>
      <a:accent6>
        <a:srgbClr val="C3D600"/>
      </a:accent6>
      <a:hlink>
        <a:srgbClr val="0071C5"/>
      </a:hlink>
      <a:folHlink>
        <a:srgbClr val="00AEEF"/>
      </a:folHlink>
    </a:clrScheme>
    <a:fontScheme name="Intel Clear">
      <a:majorFont>
        <a:latin typeface="Intel Clear"/>
        <a:ea typeface=""/>
        <a:cs typeface=""/>
      </a:majorFont>
      <a:minorFont>
        <a:latin typeface="Intel Clear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tx2"/>
        </a:solidFill>
        <a:ln>
          <a:noFill/>
        </a:ln>
        <a:effectLst/>
      </a:spPr>
      <a:bodyPr rtlCol="0" anchor="ctr"/>
      <a:lstStyle>
        <a:defPPr algn="ctr">
          <a:defRPr/>
        </a:defPPr>
      </a:lstStyle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>
        <a:ln>
          <a:solidFill>
            <a:schemeClr val="tx2"/>
          </a:solidFill>
        </a:ln>
        <a:effectLst/>
      </a:spPr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  <a:txDef>
      <a:spPr>
        <a:noFill/>
      </a:spPr>
      <a:bodyPr vert="horz" wrap="square" lIns="0" tIns="0" rIns="0" bIns="0" rtlCol="0">
        <a:spAutoFit/>
      </a:bodyPr>
      <a:lstStyle>
        <a:defPPr>
          <a:defRPr sz="1100" dirty="0" err="1" smtClean="0">
            <a:solidFill>
              <a:srgbClr val="003C71"/>
            </a:solidFill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Intel" id="{3E11C6F4-D440-4D70-9F5C-5734FB185967}" vid="{3ED69024-D273-458E-8F44-A9424650E99C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21_BasicWhite">
  <a:themeElements>
    <a:clrScheme name="Intel2020">
      <a:dk1>
        <a:srgbClr val="000000"/>
      </a:dk1>
      <a:lt1>
        <a:srgbClr val="FFFFFF"/>
      </a:lt1>
      <a:dk2>
        <a:srgbClr val="004A86"/>
      </a:dk2>
      <a:lt2>
        <a:srgbClr val="525252"/>
      </a:lt2>
      <a:accent1>
        <a:srgbClr val="0068B5"/>
      </a:accent1>
      <a:accent2>
        <a:srgbClr val="00C7FD"/>
      </a:accent2>
      <a:accent3>
        <a:srgbClr val="F6CB4B"/>
      </a:accent3>
      <a:accent4>
        <a:srgbClr val="D96930"/>
      </a:accent4>
      <a:accent5>
        <a:srgbClr val="8F5DA2"/>
      </a:accent5>
      <a:accent6>
        <a:srgbClr val="8BAE46"/>
      </a:accent6>
      <a:hlink>
        <a:srgbClr val="0068B5"/>
      </a:hlink>
      <a:folHlink>
        <a:srgbClr val="0068B5"/>
      </a:folHlink>
    </a:clrScheme>
    <a:fontScheme name="Custom 11">
      <a:majorFont>
        <a:latin typeface="Intel Clear Light"/>
        <a:ea typeface="Helvetica Neue"/>
        <a:cs typeface="Helvetica Neue"/>
      </a:majorFont>
      <a:minorFont>
        <a:latin typeface="Intel Clear"/>
        <a:ea typeface="Helvetica Neue"/>
        <a:cs typeface="Helvetica Neue"/>
      </a:minorFont>
    </a:fontScheme>
    <a:fmtScheme name="21_BasicWhi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accent1"/>
        </a:solidFill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ctr" defTabSz="8255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3200" b="0" i="0" u="none" strike="noStrike" cap="none" spc="0" normalizeH="0" baseline="0">
            <a:ln>
              <a:noFill/>
            </a:ln>
            <a:solidFill>
              <a:srgbClr val="FFFFFF"/>
            </a:solidFill>
            <a:effectLst/>
            <a:uFillTx/>
            <a:latin typeface="Helvetica Neue Medium"/>
            <a:ea typeface="Helvetica Neue Medium"/>
            <a:cs typeface="Helvetica Neue Medium"/>
            <a:sym typeface="Helvetica Neue Medium"/>
          </a:defRPr>
        </a:def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rgbClr val="000000"/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none" lIns="0" tIns="0" rIns="0" bIns="0" numCol="1" spcCol="38100" rtlCol="0" anchor="t" anchorCtr="0">
        <a:spAutoFit/>
      </a:bodyPr>
      <a:lstStyle>
        <a:defPPr marL="0" marR="0" indent="0" algn="l" defTabSz="2438338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b="0" i="0" u="none" strike="noStrike" cap="none" spc="0" normalizeH="0" baseline="0" dirty="0" err="1" smtClean="0">
            <a:ln>
              <a:noFill/>
            </a:ln>
            <a:solidFill>
              <a:schemeClr val="tx2"/>
            </a:solidFill>
            <a:effectLst/>
            <a:uFillTx/>
            <a:latin typeface="+mn-lt"/>
            <a:ea typeface="+mn-ea"/>
            <a:cs typeface="+mn-cs"/>
            <a:sym typeface="Helvetica Neue"/>
          </a:defRPr>
        </a:def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ppt/theme/theme5.xml><?xml version="1.0" encoding="utf-8"?>
<a:theme xmlns:a="http://schemas.openxmlformats.org/drawingml/2006/main" name="2_Intel">
  <a:themeElements>
    <a:clrScheme name="Intel Color Palette">
      <a:dk1>
        <a:sysClr val="windowText" lastClr="000000"/>
      </a:dk1>
      <a:lt1>
        <a:sysClr val="window" lastClr="FFFFFF"/>
      </a:lt1>
      <a:dk2>
        <a:srgbClr val="003C71"/>
      </a:dk2>
      <a:lt2>
        <a:srgbClr val="B1BABF"/>
      </a:lt2>
      <a:accent1>
        <a:srgbClr val="0071C5"/>
      </a:accent1>
      <a:accent2>
        <a:srgbClr val="00AEEF"/>
      </a:accent2>
      <a:accent3>
        <a:srgbClr val="F3D54E"/>
      </a:accent3>
      <a:accent4>
        <a:srgbClr val="FFA300"/>
      </a:accent4>
      <a:accent5>
        <a:srgbClr val="FC4C02"/>
      </a:accent5>
      <a:accent6>
        <a:srgbClr val="C3D600"/>
      </a:accent6>
      <a:hlink>
        <a:srgbClr val="0071C5"/>
      </a:hlink>
      <a:folHlink>
        <a:srgbClr val="00AEEF"/>
      </a:folHlink>
    </a:clrScheme>
    <a:fontScheme name="Intel Clear">
      <a:majorFont>
        <a:latin typeface="Intel Clear"/>
        <a:ea typeface=""/>
        <a:cs typeface=""/>
      </a:majorFont>
      <a:minorFont>
        <a:latin typeface="Intel Clear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tx2"/>
        </a:solidFill>
        <a:ln>
          <a:noFill/>
        </a:ln>
        <a:effectLst/>
      </a:spPr>
      <a:bodyPr rtlCol="0" anchor="ctr"/>
      <a:lstStyle>
        <a:defPPr algn="ctr">
          <a:defRPr/>
        </a:defPPr>
      </a:lstStyle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>
        <a:ln>
          <a:solidFill>
            <a:schemeClr val="tx2"/>
          </a:solidFill>
        </a:ln>
        <a:effectLst/>
      </a:spPr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  <a:txDef>
      <a:spPr>
        <a:noFill/>
      </a:spPr>
      <a:bodyPr vert="horz" wrap="square" lIns="0" tIns="0" rIns="0" bIns="0" rtlCol="0">
        <a:spAutoFit/>
      </a:bodyPr>
      <a:lstStyle>
        <a:defPPr>
          <a:defRPr sz="1100" dirty="0" err="1" smtClean="0">
            <a:solidFill>
              <a:srgbClr val="003C71"/>
            </a:solidFill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Intel" id="{3E11C6F4-D440-4D70-9F5C-5734FB185967}" vid="{3ED69024-D273-458E-8F44-A9424650E99C}"/>
    </a:ext>
  </a:extLst>
</a:theme>
</file>

<file path=ppt/theme/theme6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Default Theme</Template>
  <TotalTime>694</TotalTime>
  <Words>277</Words>
  <Application>Microsoft Office PowerPoint</Application>
  <PresentationFormat>Widescreen</PresentationFormat>
  <Paragraphs>114</Paragraphs>
  <Slides>8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12</vt:i4>
      </vt:variant>
      <vt:variant>
        <vt:lpstr>Theme</vt:lpstr>
      </vt:variant>
      <vt:variant>
        <vt:i4>5</vt:i4>
      </vt:variant>
      <vt:variant>
        <vt:lpstr>Slide Titles</vt:lpstr>
      </vt:variant>
      <vt:variant>
        <vt:i4>8</vt:i4>
      </vt:variant>
    </vt:vector>
  </HeadingPairs>
  <TitlesOfParts>
    <vt:vector size="25" baseType="lpstr">
      <vt:lpstr>Helvetica Neue</vt:lpstr>
      <vt:lpstr>Helvetica Neue Medium</vt:lpstr>
      <vt:lpstr>Aptos</vt:lpstr>
      <vt:lpstr>Arial</vt:lpstr>
      <vt:lpstr>Calibri</vt:lpstr>
      <vt:lpstr>Calibri Light</vt:lpstr>
      <vt:lpstr>Helvetica</vt:lpstr>
      <vt:lpstr>Intel Clear</vt:lpstr>
      <vt:lpstr>Intel Clear Light</vt:lpstr>
      <vt:lpstr>Intel Clear Pro</vt:lpstr>
      <vt:lpstr>IntelOne Display Regular</vt:lpstr>
      <vt:lpstr>Wingdings</vt:lpstr>
      <vt:lpstr>Intel</vt:lpstr>
      <vt:lpstr>1_Intel</vt:lpstr>
      <vt:lpstr>Office Theme</vt:lpstr>
      <vt:lpstr>21_BasicWhite</vt:lpstr>
      <vt:lpstr>2_Intel</vt:lpstr>
      <vt:lpstr>ANIL Remote Control Tool Development </vt:lpstr>
      <vt:lpstr>IXIA API</vt:lpstr>
      <vt:lpstr>Function Validations</vt:lpstr>
      <vt:lpstr>IXIA – Switch – E830 validation</vt:lpstr>
      <vt:lpstr>IXIA – Switch – E610 validation</vt:lpstr>
      <vt:lpstr>Architecture</vt:lpstr>
      <vt:lpstr>Development Flow Phase 1</vt:lpstr>
      <vt:lpstr>Development Flow Phase 2 (Automation)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Li, Chien-cheng</dc:creator>
  <cp:lastModifiedBy>Li, Chien-cheng</cp:lastModifiedBy>
  <cp:revision>3</cp:revision>
  <dcterms:created xsi:type="dcterms:W3CDTF">2025-11-07T01:35:35Z</dcterms:created>
  <dcterms:modified xsi:type="dcterms:W3CDTF">2025-11-12T23:26:43Z</dcterms:modified>
</cp:coreProperties>
</file>